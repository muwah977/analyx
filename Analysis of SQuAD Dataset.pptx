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75BC7A-D72F-45E8-9825-06412D2C79E8}" v="201" dt="2025-03-19T14:01:03.4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75" d="100"/>
          <a:sy n="75" d="100"/>
        </p:scale>
        <p:origin x="974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nesh Kumar Majhi" userId="8c38c9766bfbb60f" providerId="LiveId" clId="{AE75BC7A-D72F-45E8-9825-06412D2C79E8}"/>
    <pc:docChg chg="undo custSel addSld delSld modSld">
      <pc:chgData name="Dinesh Kumar Majhi" userId="8c38c9766bfbb60f" providerId="LiveId" clId="{AE75BC7A-D72F-45E8-9825-06412D2C79E8}" dt="2025-04-03T14:09:48.156" v="1466" actId="20577"/>
      <pc:docMkLst>
        <pc:docMk/>
      </pc:docMkLst>
      <pc:sldChg chg="modSp mod">
        <pc:chgData name="Dinesh Kumar Majhi" userId="8c38c9766bfbb60f" providerId="LiveId" clId="{AE75BC7A-D72F-45E8-9825-06412D2C79E8}" dt="2025-04-03T14:09:48.156" v="1466" actId="20577"/>
        <pc:sldMkLst>
          <pc:docMk/>
          <pc:sldMk cId="1061894834" sldId="256"/>
        </pc:sldMkLst>
        <pc:spChg chg="mod">
          <ac:chgData name="Dinesh Kumar Majhi" userId="8c38c9766bfbb60f" providerId="LiveId" clId="{AE75BC7A-D72F-45E8-9825-06412D2C79E8}" dt="2025-04-03T14:09:48.156" v="1466" actId="20577"/>
          <ac:spMkLst>
            <pc:docMk/>
            <pc:sldMk cId="1061894834" sldId="256"/>
            <ac:spMk id="3" creationId="{7A9E4A59-9964-4281-7B5D-2202297D002C}"/>
          </ac:spMkLst>
        </pc:spChg>
      </pc:sldChg>
      <pc:sldChg chg="addSp delSp modSp mod setBg">
        <pc:chgData name="Dinesh Kumar Majhi" userId="8c38c9766bfbb60f" providerId="LiveId" clId="{AE75BC7A-D72F-45E8-9825-06412D2C79E8}" dt="2025-03-19T14:01:03.469" v="1422" actId="20577"/>
        <pc:sldMkLst>
          <pc:docMk/>
          <pc:sldMk cId="686789132" sldId="264"/>
        </pc:sldMkLst>
        <pc:spChg chg="mod">
          <ac:chgData name="Dinesh Kumar Majhi" userId="8c38c9766bfbb60f" providerId="LiveId" clId="{AE75BC7A-D72F-45E8-9825-06412D2C79E8}" dt="2025-03-19T13:01:33.392" v="404" actId="26606"/>
          <ac:spMkLst>
            <pc:docMk/>
            <pc:sldMk cId="686789132" sldId="264"/>
            <ac:spMk id="2" creationId="{84CEB192-88FD-4085-7A71-EF4E4374129C}"/>
          </ac:spMkLst>
        </pc:spChg>
        <pc:spChg chg="add">
          <ac:chgData name="Dinesh Kumar Majhi" userId="8c38c9766bfbb60f" providerId="LiveId" clId="{AE75BC7A-D72F-45E8-9825-06412D2C79E8}" dt="2025-03-19T13:01:33.392" v="404" actId="26606"/>
          <ac:spMkLst>
            <pc:docMk/>
            <pc:sldMk cId="686789132" sldId="264"/>
            <ac:spMk id="36" creationId="{FAC9656C-AED6-412E-9226-B7F1964005BD}"/>
          </ac:spMkLst>
        </pc:spChg>
        <pc:spChg chg="add">
          <ac:chgData name="Dinesh Kumar Majhi" userId="8c38c9766bfbb60f" providerId="LiveId" clId="{AE75BC7A-D72F-45E8-9825-06412D2C79E8}" dt="2025-03-19T13:01:33.392" v="404" actId="26606"/>
          <ac:spMkLst>
            <pc:docMk/>
            <pc:sldMk cId="686789132" sldId="264"/>
            <ac:spMk id="37" creationId="{F5BC820D-D527-47CE-ABB0-DA0BB5B04330}"/>
          </ac:spMkLst>
        </pc:spChg>
        <pc:spChg chg="add">
          <ac:chgData name="Dinesh Kumar Majhi" userId="8c38c9766bfbb60f" providerId="LiveId" clId="{AE75BC7A-D72F-45E8-9825-06412D2C79E8}" dt="2025-03-19T13:01:33.392" v="404" actId="26606"/>
          <ac:spMkLst>
            <pc:docMk/>
            <pc:sldMk cId="686789132" sldId="264"/>
            <ac:spMk id="38" creationId="{D1DD315B-AEF9-490C-9438-C80F80405798}"/>
          </ac:spMkLst>
        </pc:spChg>
        <pc:graphicFrameChg chg="add mod">
          <ac:chgData name="Dinesh Kumar Majhi" userId="8c38c9766bfbb60f" providerId="LiveId" clId="{AE75BC7A-D72F-45E8-9825-06412D2C79E8}" dt="2025-03-19T14:01:03.469" v="1422" actId="20577"/>
          <ac:graphicFrameMkLst>
            <pc:docMk/>
            <pc:sldMk cId="686789132" sldId="264"/>
            <ac:graphicFrameMk id="39" creationId="{F0C122B6-5955-7C9D-2069-030446ADE7AB}"/>
          </ac:graphicFrameMkLst>
        </pc:graphicFrameChg>
      </pc:sldChg>
      <pc:sldChg chg="addSp delSp modSp new mod">
        <pc:chgData name="Dinesh Kumar Majhi" userId="8c38c9766bfbb60f" providerId="LiveId" clId="{AE75BC7A-D72F-45E8-9825-06412D2C79E8}" dt="2025-03-19T13:03:57.132" v="572" actId="1076"/>
        <pc:sldMkLst>
          <pc:docMk/>
          <pc:sldMk cId="2833917308" sldId="266"/>
        </pc:sldMkLst>
        <pc:spChg chg="mod">
          <ac:chgData name="Dinesh Kumar Majhi" userId="8c38c9766bfbb60f" providerId="LiveId" clId="{AE75BC7A-D72F-45E8-9825-06412D2C79E8}" dt="2025-03-19T13:03:53.166" v="571" actId="1076"/>
          <ac:spMkLst>
            <pc:docMk/>
            <pc:sldMk cId="2833917308" sldId="266"/>
            <ac:spMk id="2" creationId="{1047EF6F-6D93-AE58-B4AF-756A423E8A46}"/>
          </ac:spMkLst>
        </pc:spChg>
        <pc:picChg chg="add mod">
          <ac:chgData name="Dinesh Kumar Majhi" userId="8c38c9766bfbb60f" providerId="LiveId" clId="{AE75BC7A-D72F-45E8-9825-06412D2C79E8}" dt="2025-03-19T13:03:57.132" v="572" actId="1076"/>
          <ac:picMkLst>
            <pc:docMk/>
            <pc:sldMk cId="2833917308" sldId="266"/>
            <ac:picMk id="5" creationId="{00D00140-BF6D-B2A6-D665-BD2BFBD6C97E}"/>
          </ac:picMkLst>
        </pc:picChg>
      </pc:sldChg>
      <pc:sldChg chg="addSp delSp modSp new mod">
        <pc:chgData name="Dinesh Kumar Majhi" userId="8c38c9766bfbb60f" providerId="LiveId" clId="{AE75BC7A-D72F-45E8-9825-06412D2C79E8}" dt="2025-04-02T12:52:47.340" v="1424" actId="1035"/>
        <pc:sldMkLst>
          <pc:docMk/>
          <pc:sldMk cId="1508886886" sldId="267"/>
        </pc:sldMkLst>
        <pc:spChg chg="mod">
          <ac:chgData name="Dinesh Kumar Majhi" userId="8c38c9766bfbb60f" providerId="LiveId" clId="{AE75BC7A-D72F-45E8-9825-06412D2C79E8}" dt="2025-03-19T13:04:56.187" v="623" actId="1076"/>
          <ac:spMkLst>
            <pc:docMk/>
            <pc:sldMk cId="1508886886" sldId="267"/>
            <ac:spMk id="2" creationId="{66781F8E-D51F-7FA0-ECB7-D22E5D46BAC8}"/>
          </ac:spMkLst>
        </pc:spChg>
        <pc:picChg chg="add mod">
          <ac:chgData name="Dinesh Kumar Majhi" userId="8c38c9766bfbb60f" providerId="LiveId" clId="{AE75BC7A-D72F-45E8-9825-06412D2C79E8}" dt="2025-04-02T12:52:47.340" v="1424" actId="1035"/>
          <ac:picMkLst>
            <pc:docMk/>
            <pc:sldMk cId="1508886886" sldId="267"/>
            <ac:picMk id="5" creationId="{FF37B060-2515-7359-F66C-7612D4A8960E}"/>
          </ac:picMkLst>
        </pc:picChg>
      </pc:sldChg>
      <pc:sldChg chg="addSp delSp modSp new mod setBg addAnim delAnim">
        <pc:chgData name="Dinesh Kumar Majhi" userId="8c38c9766bfbb60f" providerId="LiveId" clId="{AE75BC7A-D72F-45E8-9825-06412D2C79E8}" dt="2025-04-02T12:53:59.174" v="1426" actId="1035"/>
        <pc:sldMkLst>
          <pc:docMk/>
          <pc:sldMk cId="2895805962" sldId="268"/>
        </pc:sldMkLst>
        <pc:spChg chg="mod">
          <ac:chgData name="Dinesh Kumar Majhi" userId="8c38c9766bfbb60f" providerId="LiveId" clId="{AE75BC7A-D72F-45E8-9825-06412D2C79E8}" dt="2025-03-19T13:06:09.076" v="693" actId="26606"/>
          <ac:spMkLst>
            <pc:docMk/>
            <pc:sldMk cId="2895805962" sldId="268"/>
            <ac:spMk id="2" creationId="{E6E65D3A-C2BF-9940-F84D-253B85E5AAAD}"/>
          </ac:spMkLst>
        </pc:spChg>
        <pc:spChg chg="add">
          <ac:chgData name="Dinesh Kumar Majhi" userId="8c38c9766bfbb60f" providerId="LiveId" clId="{AE75BC7A-D72F-45E8-9825-06412D2C79E8}" dt="2025-03-19T13:06:09.076" v="693" actId="26606"/>
          <ac:spMkLst>
            <pc:docMk/>
            <pc:sldMk cId="2895805962" sldId="268"/>
            <ac:spMk id="28" creationId="{9D3B3C7E-BC2D-4436-8B03-AC421FA66787}"/>
          </ac:spMkLst>
        </pc:spChg>
        <pc:spChg chg="add">
          <ac:chgData name="Dinesh Kumar Majhi" userId="8c38c9766bfbb60f" providerId="LiveId" clId="{AE75BC7A-D72F-45E8-9825-06412D2C79E8}" dt="2025-03-19T13:06:09.076" v="693" actId="26606"/>
          <ac:spMkLst>
            <pc:docMk/>
            <pc:sldMk cId="2895805962" sldId="268"/>
            <ac:spMk id="31" creationId="{DD8EACB7-D372-470B-B76E-A829D00310CD}"/>
          </ac:spMkLst>
        </pc:spChg>
        <pc:spChg chg="add">
          <ac:chgData name="Dinesh Kumar Majhi" userId="8c38c9766bfbb60f" providerId="LiveId" clId="{AE75BC7A-D72F-45E8-9825-06412D2C79E8}" dt="2025-03-19T13:06:09.076" v="693" actId="26606"/>
          <ac:spMkLst>
            <pc:docMk/>
            <pc:sldMk cId="2895805962" sldId="268"/>
            <ac:spMk id="32" creationId="{FBE11A49-02A1-4D4C-9A49-CDF496B1094F}"/>
          </ac:spMkLst>
        </pc:spChg>
        <pc:grpChg chg="add">
          <ac:chgData name="Dinesh Kumar Majhi" userId="8c38c9766bfbb60f" providerId="LiveId" clId="{AE75BC7A-D72F-45E8-9825-06412D2C79E8}" dt="2025-03-19T13:06:09.076" v="693" actId="26606"/>
          <ac:grpSpMkLst>
            <pc:docMk/>
            <pc:sldMk cId="2895805962" sldId="268"/>
            <ac:grpSpMk id="29" creationId="{79B5D0C1-066E-4C02-A6B8-59FAE4A19724}"/>
          </ac:grpSpMkLst>
        </pc:grpChg>
        <pc:grpChg chg="add">
          <ac:chgData name="Dinesh Kumar Majhi" userId="8c38c9766bfbb60f" providerId="LiveId" clId="{AE75BC7A-D72F-45E8-9825-06412D2C79E8}" dt="2025-03-19T13:06:09.076" v="693" actId="26606"/>
          <ac:grpSpMkLst>
            <pc:docMk/>
            <pc:sldMk cId="2895805962" sldId="268"/>
            <ac:grpSpMk id="33" creationId="{F1732D3A-CFF0-45BE-AD79-F83D0272C6C6}"/>
          </ac:grpSpMkLst>
        </pc:grpChg>
        <pc:picChg chg="add mod">
          <ac:chgData name="Dinesh Kumar Majhi" userId="8c38c9766bfbb60f" providerId="LiveId" clId="{AE75BC7A-D72F-45E8-9825-06412D2C79E8}" dt="2025-04-02T12:53:59.174" v="1426" actId="1035"/>
          <ac:picMkLst>
            <pc:docMk/>
            <pc:sldMk cId="2895805962" sldId="268"/>
            <ac:picMk id="5" creationId="{313251EF-D321-5E69-ED62-F50DB6F9CDA3}"/>
          </ac:picMkLst>
        </pc:picChg>
      </pc:sldChg>
      <pc:sldChg chg="addSp delSp modSp new mod">
        <pc:chgData name="Dinesh Kumar Majhi" userId="8c38c9766bfbb60f" providerId="LiveId" clId="{AE75BC7A-D72F-45E8-9825-06412D2C79E8}" dt="2025-03-19T13:07:07.437" v="738" actId="14100"/>
        <pc:sldMkLst>
          <pc:docMk/>
          <pc:sldMk cId="2101513222" sldId="269"/>
        </pc:sldMkLst>
        <pc:spChg chg="mod">
          <ac:chgData name="Dinesh Kumar Majhi" userId="8c38c9766bfbb60f" providerId="LiveId" clId="{AE75BC7A-D72F-45E8-9825-06412D2C79E8}" dt="2025-03-19T13:06:47.578" v="733" actId="1076"/>
          <ac:spMkLst>
            <pc:docMk/>
            <pc:sldMk cId="2101513222" sldId="269"/>
            <ac:spMk id="2" creationId="{3FDD35D5-E770-79F0-44E6-3570576F270A}"/>
          </ac:spMkLst>
        </pc:spChg>
        <pc:picChg chg="add mod">
          <ac:chgData name="Dinesh Kumar Majhi" userId="8c38c9766bfbb60f" providerId="LiveId" clId="{AE75BC7A-D72F-45E8-9825-06412D2C79E8}" dt="2025-03-19T13:07:07.437" v="738" actId="14100"/>
          <ac:picMkLst>
            <pc:docMk/>
            <pc:sldMk cId="2101513222" sldId="269"/>
            <ac:picMk id="5" creationId="{36646FFE-9222-6585-7C7D-9055676B54AB}"/>
          </ac:picMkLst>
        </pc:picChg>
      </pc:sldChg>
      <pc:sldChg chg="addSp delSp modSp new mod">
        <pc:chgData name="Dinesh Kumar Majhi" userId="8c38c9766bfbb60f" providerId="LiveId" clId="{AE75BC7A-D72F-45E8-9825-06412D2C79E8}" dt="2025-03-19T13:08:08.219" v="785" actId="14100"/>
        <pc:sldMkLst>
          <pc:docMk/>
          <pc:sldMk cId="1608259981" sldId="270"/>
        </pc:sldMkLst>
        <pc:spChg chg="mod">
          <ac:chgData name="Dinesh Kumar Majhi" userId="8c38c9766bfbb60f" providerId="LiveId" clId="{AE75BC7A-D72F-45E8-9825-06412D2C79E8}" dt="2025-03-19T13:07:55.349" v="782" actId="1076"/>
          <ac:spMkLst>
            <pc:docMk/>
            <pc:sldMk cId="1608259981" sldId="270"/>
            <ac:spMk id="2" creationId="{7E795567-19B4-54AA-5CFB-71221B18F4A5}"/>
          </ac:spMkLst>
        </pc:spChg>
        <pc:picChg chg="add mod">
          <ac:chgData name="Dinesh Kumar Majhi" userId="8c38c9766bfbb60f" providerId="LiveId" clId="{AE75BC7A-D72F-45E8-9825-06412D2C79E8}" dt="2025-03-19T13:08:08.219" v="785" actId="14100"/>
          <ac:picMkLst>
            <pc:docMk/>
            <pc:sldMk cId="1608259981" sldId="270"/>
            <ac:picMk id="5" creationId="{12126D3F-B322-75EB-04AD-17D5FBC2EBFC}"/>
          </ac:picMkLst>
        </pc:picChg>
      </pc:sldChg>
      <pc:sldChg chg="addSp delSp modSp new mod">
        <pc:chgData name="Dinesh Kumar Majhi" userId="8c38c9766bfbb60f" providerId="LiveId" clId="{AE75BC7A-D72F-45E8-9825-06412D2C79E8}" dt="2025-03-19T13:11:15.991" v="1010" actId="1035"/>
        <pc:sldMkLst>
          <pc:docMk/>
          <pc:sldMk cId="1349961894" sldId="271"/>
        </pc:sldMkLst>
        <pc:spChg chg="mod">
          <ac:chgData name="Dinesh Kumar Majhi" userId="8c38c9766bfbb60f" providerId="LiveId" clId="{AE75BC7A-D72F-45E8-9825-06412D2C79E8}" dt="2025-03-19T13:10:56.297" v="990" actId="1035"/>
          <ac:spMkLst>
            <pc:docMk/>
            <pc:sldMk cId="1349961894" sldId="271"/>
            <ac:spMk id="2" creationId="{E7B3A6B9-64F2-7C6A-52C5-53D01966584A}"/>
          </ac:spMkLst>
        </pc:spChg>
        <pc:picChg chg="add mod">
          <ac:chgData name="Dinesh Kumar Majhi" userId="8c38c9766bfbb60f" providerId="LiveId" clId="{AE75BC7A-D72F-45E8-9825-06412D2C79E8}" dt="2025-03-19T13:11:15.991" v="1010" actId="1035"/>
          <ac:picMkLst>
            <pc:docMk/>
            <pc:sldMk cId="1349961894" sldId="271"/>
            <ac:picMk id="5" creationId="{E52343F0-BDCD-C5D4-0DE4-3083D3C4B987}"/>
          </ac:picMkLst>
        </pc:picChg>
      </pc:sldChg>
      <pc:sldChg chg="addSp delSp modSp new mod setBg">
        <pc:chgData name="Dinesh Kumar Majhi" userId="8c38c9766bfbb60f" providerId="LiveId" clId="{AE75BC7A-D72F-45E8-9825-06412D2C79E8}" dt="2025-03-19T13:12:18.220" v="1068" actId="27614"/>
        <pc:sldMkLst>
          <pc:docMk/>
          <pc:sldMk cId="900499570" sldId="272"/>
        </pc:sldMkLst>
        <pc:spChg chg="mod">
          <ac:chgData name="Dinesh Kumar Majhi" userId="8c38c9766bfbb60f" providerId="LiveId" clId="{AE75BC7A-D72F-45E8-9825-06412D2C79E8}" dt="2025-03-19T13:12:14.645" v="1067" actId="26606"/>
          <ac:spMkLst>
            <pc:docMk/>
            <pc:sldMk cId="900499570" sldId="272"/>
            <ac:spMk id="2" creationId="{C59C0C8A-C62B-87E0-3425-3AA636455614}"/>
          </ac:spMkLst>
        </pc:spChg>
        <pc:spChg chg="add">
          <ac:chgData name="Dinesh Kumar Majhi" userId="8c38c9766bfbb60f" providerId="LiveId" clId="{AE75BC7A-D72F-45E8-9825-06412D2C79E8}" dt="2025-03-19T13:12:14.645" v="1067" actId="26606"/>
          <ac:spMkLst>
            <pc:docMk/>
            <pc:sldMk cId="900499570" sldId="272"/>
            <ac:spMk id="10" creationId="{9D3B3C7E-BC2D-4436-8B03-AC421FA66787}"/>
          </ac:spMkLst>
        </pc:spChg>
        <pc:spChg chg="add">
          <ac:chgData name="Dinesh Kumar Majhi" userId="8c38c9766bfbb60f" providerId="LiveId" clId="{AE75BC7A-D72F-45E8-9825-06412D2C79E8}" dt="2025-03-19T13:12:14.645" v="1067" actId="26606"/>
          <ac:spMkLst>
            <pc:docMk/>
            <pc:sldMk cId="900499570" sldId="272"/>
            <ac:spMk id="17" creationId="{DD8EACB7-D372-470B-B76E-A829D00310CD}"/>
          </ac:spMkLst>
        </pc:spChg>
        <pc:spChg chg="add">
          <ac:chgData name="Dinesh Kumar Majhi" userId="8c38c9766bfbb60f" providerId="LiveId" clId="{AE75BC7A-D72F-45E8-9825-06412D2C79E8}" dt="2025-03-19T13:12:14.645" v="1067" actId="26606"/>
          <ac:spMkLst>
            <pc:docMk/>
            <pc:sldMk cId="900499570" sldId="272"/>
            <ac:spMk id="19" creationId="{C7EA4B13-46D3-41EE-95DA-7B2100DE940B}"/>
          </ac:spMkLst>
        </pc:spChg>
        <pc:grpChg chg="add">
          <ac:chgData name="Dinesh Kumar Majhi" userId="8c38c9766bfbb60f" providerId="LiveId" clId="{AE75BC7A-D72F-45E8-9825-06412D2C79E8}" dt="2025-03-19T13:12:14.645" v="1067" actId="26606"/>
          <ac:grpSpMkLst>
            <pc:docMk/>
            <pc:sldMk cId="900499570" sldId="272"/>
            <ac:grpSpMk id="12" creationId="{79B5D0C1-066E-4C02-A6B8-59FAE4A19724}"/>
          </ac:grpSpMkLst>
        </pc:grpChg>
        <pc:grpChg chg="add">
          <ac:chgData name="Dinesh Kumar Majhi" userId="8c38c9766bfbb60f" providerId="LiveId" clId="{AE75BC7A-D72F-45E8-9825-06412D2C79E8}" dt="2025-03-19T13:12:14.645" v="1067" actId="26606"/>
          <ac:grpSpMkLst>
            <pc:docMk/>
            <pc:sldMk cId="900499570" sldId="272"/>
            <ac:grpSpMk id="21" creationId="{DCEEEBE1-DC7B-4168-90C6-DB88876E30DD}"/>
          </ac:grpSpMkLst>
        </pc:grpChg>
        <pc:picChg chg="add mod">
          <ac:chgData name="Dinesh Kumar Majhi" userId="8c38c9766bfbb60f" providerId="LiveId" clId="{AE75BC7A-D72F-45E8-9825-06412D2C79E8}" dt="2025-03-19T13:12:18.220" v="1068" actId="27614"/>
          <ac:picMkLst>
            <pc:docMk/>
            <pc:sldMk cId="900499570" sldId="272"/>
            <ac:picMk id="5" creationId="{F6F4F30C-3A95-3B32-64A8-628422A9550C}"/>
          </ac:picMkLst>
        </pc:picChg>
      </pc:sldChg>
      <pc:sldChg chg="addSp delSp modSp new mod setBg">
        <pc:chgData name="Dinesh Kumar Majhi" userId="8c38c9766bfbb60f" providerId="LiveId" clId="{AE75BC7A-D72F-45E8-9825-06412D2C79E8}" dt="2025-03-19T13:17:40.654" v="1310" actId="26606"/>
        <pc:sldMkLst>
          <pc:docMk/>
          <pc:sldMk cId="315848538" sldId="273"/>
        </pc:sldMkLst>
        <pc:spChg chg="mod">
          <ac:chgData name="Dinesh Kumar Majhi" userId="8c38c9766bfbb60f" providerId="LiveId" clId="{AE75BC7A-D72F-45E8-9825-06412D2C79E8}" dt="2025-03-19T13:17:40.654" v="1310" actId="26606"/>
          <ac:spMkLst>
            <pc:docMk/>
            <pc:sldMk cId="315848538" sldId="273"/>
            <ac:spMk id="2" creationId="{778E2BC4-8088-DA87-19BE-5C342309E932}"/>
          </ac:spMkLst>
        </pc:spChg>
        <pc:spChg chg="add">
          <ac:chgData name="Dinesh Kumar Majhi" userId="8c38c9766bfbb60f" providerId="LiveId" clId="{AE75BC7A-D72F-45E8-9825-06412D2C79E8}" dt="2025-03-19T13:17:40.654" v="1310" actId="26606"/>
          <ac:spMkLst>
            <pc:docMk/>
            <pc:sldMk cId="315848538" sldId="273"/>
            <ac:spMk id="30" creationId="{FAC9656C-AED6-412E-9226-B7F1964005BD}"/>
          </ac:spMkLst>
        </pc:spChg>
        <pc:spChg chg="add">
          <ac:chgData name="Dinesh Kumar Majhi" userId="8c38c9766bfbb60f" providerId="LiveId" clId="{AE75BC7A-D72F-45E8-9825-06412D2C79E8}" dt="2025-03-19T13:17:40.654" v="1310" actId="26606"/>
          <ac:spMkLst>
            <pc:docMk/>
            <pc:sldMk cId="315848538" sldId="273"/>
            <ac:spMk id="31" creationId="{F5BC820D-D527-47CE-ABB0-DA0BB5B04330}"/>
          </ac:spMkLst>
        </pc:spChg>
        <pc:spChg chg="add">
          <ac:chgData name="Dinesh Kumar Majhi" userId="8c38c9766bfbb60f" providerId="LiveId" clId="{AE75BC7A-D72F-45E8-9825-06412D2C79E8}" dt="2025-03-19T13:17:40.654" v="1310" actId="26606"/>
          <ac:spMkLst>
            <pc:docMk/>
            <pc:sldMk cId="315848538" sldId="273"/>
            <ac:spMk id="32" creationId="{D1DD315B-AEF9-490C-9438-C80F80405798}"/>
          </ac:spMkLst>
        </pc:spChg>
        <pc:graphicFrameChg chg="add">
          <ac:chgData name="Dinesh Kumar Majhi" userId="8c38c9766bfbb60f" providerId="LiveId" clId="{AE75BC7A-D72F-45E8-9825-06412D2C79E8}" dt="2025-03-19T13:17:40.654" v="1310" actId="26606"/>
          <ac:graphicFrameMkLst>
            <pc:docMk/>
            <pc:sldMk cId="315848538" sldId="273"/>
            <ac:graphicFrameMk id="33" creationId="{C5C851B5-4501-DBBF-D459-96A3104B66F2}"/>
          </ac:graphicFrameMkLst>
        </pc:graphicFrameChg>
      </pc:sldChg>
      <pc:sldChg chg="addSp delSp modSp new del mod modClrScheme chgLayout">
        <pc:chgData name="Dinesh Kumar Majhi" userId="8c38c9766bfbb60f" providerId="LiveId" clId="{AE75BC7A-D72F-45E8-9825-06412D2C79E8}" dt="2025-03-19T13:18:19.677" v="1345" actId="2696"/>
        <pc:sldMkLst>
          <pc:docMk/>
          <pc:sldMk cId="1098329996" sldId="274"/>
        </pc:sldMkLst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6421A8-CF8A-4096-A473-23EBFEE09FB0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41B63A7-3ADF-4722-868D-C4109EC2F621}">
      <dgm:prSet/>
      <dgm:spPr/>
      <dgm:t>
        <a:bodyPr/>
        <a:lstStyle/>
        <a:p>
          <a:r>
            <a:rPr lang="en-US"/>
            <a:t>Source: Wikipedia articles</a:t>
          </a:r>
        </a:p>
      </dgm:t>
    </dgm:pt>
    <dgm:pt modelId="{A1334155-AAF3-4534-AD4C-CE8504D5E578}" type="parTrans" cxnId="{F8D08C5D-2BAE-4844-AE35-F3A38E3061B9}">
      <dgm:prSet/>
      <dgm:spPr/>
      <dgm:t>
        <a:bodyPr/>
        <a:lstStyle/>
        <a:p>
          <a:endParaRPr lang="en-US"/>
        </a:p>
      </dgm:t>
    </dgm:pt>
    <dgm:pt modelId="{7DE68B0A-41CF-477D-8058-2F283CD1F0C3}" type="sibTrans" cxnId="{F8D08C5D-2BAE-4844-AE35-F3A38E3061B9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E547F3E8-494B-4893-9E75-163A4151B8A5}">
      <dgm:prSet/>
      <dgm:spPr/>
      <dgm:t>
        <a:bodyPr/>
        <a:lstStyle/>
        <a:p>
          <a:r>
            <a:rPr lang="en-US"/>
            <a:t>Content: Question-answer pairs</a:t>
          </a:r>
        </a:p>
      </dgm:t>
    </dgm:pt>
    <dgm:pt modelId="{F41185ED-D71B-4680-9604-EE6E063D88A5}" type="parTrans" cxnId="{73AB31BD-B055-4B59-90FA-FC7CE6A628D0}">
      <dgm:prSet/>
      <dgm:spPr/>
      <dgm:t>
        <a:bodyPr/>
        <a:lstStyle/>
        <a:p>
          <a:endParaRPr lang="en-US"/>
        </a:p>
      </dgm:t>
    </dgm:pt>
    <dgm:pt modelId="{8797D81B-A20A-413F-AFBB-C36BC7819096}" type="sibTrans" cxnId="{73AB31BD-B055-4B59-90FA-FC7CE6A628D0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648DFCD3-098C-43B3-B73E-294B7960E505}">
      <dgm:prSet/>
      <dgm:spPr/>
      <dgm:t>
        <a:bodyPr/>
        <a:lstStyle/>
        <a:p>
          <a:r>
            <a:rPr lang="en-US"/>
            <a:t>Versions: SQuAD 1.1 and SQuAD 2.0</a:t>
          </a:r>
        </a:p>
      </dgm:t>
    </dgm:pt>
    <dgm:pt modelId="{041E28CD-C695-4713-B6D6-52705221BDB8}" type="parTrans" cxnId="{E58FD58F-C378-484D-B902-E8505C5C00EE}">
      <dgm:prSet/>
      <dgm:spPr/>
      <dgm:t>
        <a:bodyPr/>
        <a:lstStyle/>
        <a:p>
          <a:endParaRPr lang="en-US"/>
        </a:p>
      </dgm:t>
    </dgm:pt>
    <dgm:pt modelId="{FA88665E-9D54-4ED9-9D31-5B2984D6FA2E}" type="sibTrans" cxnId="{E58FD58F-C378-484D-B902-E8505C5C00EE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8A72C23E-123E-407F-BD47-36497FEB8D8E}">
      <dgm:prSet/>
      <dgm:spPr/>
      <dgm:t>
        <a:bodyPr/>
        <a:lstStyle/>
        <a:p>
          <a:r>
            <a:rPr lang="en-US"/>
            <a:t>SQuAD 2.0 Features: Includes unanswerable questions</a:t>
          </a:r>
        </a:p>
      </dgm:t>
    </dgm:pt>
    <dgm:pt modelId="{8775E923-4FD4-4DFD-B022-39F48C9B8A58}" type="parTrans" cxnId="{9D510EA7-3954-49ED-A31D-DF640BD93C81}">
      <dgm:prSet/>
      <dgm:spPr/>
      <dgm:t>
        <a:bodyPr/>
        <a:lstStyle/>
        <a:p>
          <a:endParaRPr lang="en-US"/>
        </a:p>
      </dgm:t>
    </dgm:pt>
    <dgm:pt modelId="{8A49C4C4-F687-41F4-A447-3233E022DBEC}" type="sibTrans" cxnId="{9D510EA7-3954-49ED-A31D-DF640BD93C81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7D192267-70A8-4E68-BE31-CCA98C004220}" type="pres">
      <dgm:prSet presAssocID="{856421A8-CF8A-4096-A473-23EBFEE09FB0}" presName="Name0" presStyleCnt="0">
        <dgm:presLayoutVars>
          <dgm:animLvl val="lvl"/>
          <dgm:resizeHandles val="exact"/>
        </dgm:presLayoutVars>
      </dgm:prSet>
      <dgm:spPr/>
    </dgm:pt>
    <dgm:pt modelId="{6E316055-01D0-4701-BB42-223E47552B2A}" type="pres">
      <dgm:prSet presAssocID="{841B63A7-3ADF-4722-868D-C4109EC2F621}" presName="compositeNode" presStyleCnt="0">
        <dgm:presLayoutVars>
          <dgm:bulletEnabled val="1"/>
        </dgm:presLayoutVars>
      </dgm:prSet>
      <dgm:spPr/>
    </dgm:pt>
    <dgm:pt modelId="{5903B5C2-4D08-4B46-86E9-F425BB790618}" type="pres">
      <dgm:prSet presAssocID="{841B63A7-3ADF-4722-868D-C4109EC2F621}" presName="bgRect" presStyleLbl="alignNode1" presStyleIdx="0" presStyleCnt="4"/>
      <dgm:spPr/>
    </dgm:pt>
    <dgm:pt modelId="{97101843-F64A-4910-B53D-DCF748FD47FC}" type="pres">
      <dgm:prSet presAssocID="{7DE68B0A-41CF-477D-8058-2F283CD1F0C3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13805161-D823-4F96-B8E7-B87A09569BF4}" type="pres">
      <dgm:prSet presAssocID="{841B63A7-3ADF-4722-868D-C4109EC2F621}" presName="nodeRect" presStyleLbl="alignNode1" presStyleIdx="0" presStyleCnt="4">
        <dgm:presLayoutVars>
          <dgm:bulletEnabled val="1"/>
        </dgm:presLayoutVars>
      </dgm:prSet>
      <dgm:spPr/>
    </dgm:pt>
    <dgm:pt modelId="{98368DF7-2B4D-45A1-A273-E81BE8CE6D0E}" type="pres">
      <dgm:prSet presAssocID="{7DE68B0A-41CF-477D-8058-2F283CD1F0C3}" presName="sibTrans" presStyleCnt="0"/>
      <dgm:spPr/>
    </dgm:pt>
    <dgm:pt modelId="{855593CA-F07C-4C40-944C-34FACAF1ECFC}" type="pres">
      <dgm:prSet presAssocID="{E547F3E8-494B-4893-9E75-163A4151B8A5}" presName="compositeNode" presStyleCnt="0">
        <dgm:presLayoutVars>
          <dgm:bulletEnabled val="1"/>
        </dgm:presLayoutVars>
      </dgm:prSet>
      <dgm:spPr/>
    </dgm:pt>
    <dgm:pt modelId="{C151D5E7-990F-4324-810A-DED0455992BE}" type="pres">
      <dgm:prSet presAssocID="{E547F3E8-494B-4893-9E75-163A4151B8A5}" presName="bgRect" presStyleLbl="alignNode1" presStyleIdx="1" presStyleCnt="4"/>
      <dgm:spPr/>
    </dgm:pt>
    <dgm:pt modelId="{1DC19292-1CAF-43A4-B4E5-4D173E032226}" type="pres">
      <dgm:prSet presAssocID="{8797D81B-A20A-413F-AFBB-C36BC7819096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10804BD5-A980-41E4-8B4D-D6A6E0367AF0}" type="pres">
      <dgm:prSet presAssocID="{E547F3E8-494B-4893-9E75-163A4151B8A5}" presName="nodeRect" presStyleLbl="alignNode1" presStyleIdx="1" presStyleCnt="4">
        <dgm:presLayoutVars>
          <dgm:bulletEnabled val="1"/>
        </dgm:presLayoutVars>
      </dgm:prSet>
      <dgm:spPr/>
    </dgm:pt>
    <dgm:pt modelId="{B2DC099D-DF42-41E3-9388-38291EC9FB18}" type="pres">
      <dgm:prSet presAssocID="{8797D81B-A20A-413F-AFBB-C36BC7819096}" presName="sibTrans" presStyleCnt="0"/>
      <dgm:spPr/>
    </dgm:pt>
    <dgm:pt modelId="{FDE0413F-158B-45C8-823A-4F6A4BDF0C84}" type="pres">
      <dgm:prSet presAssocID="{648DFCD3-098C-43B3-B73E-294B7960E505}" presName="compositeNode" presStyleCnt="0">
        <dgm:presLayoutVars>
          <dgm:bulletEnabled val="1"/>
        </dgm:presLayoutVars>
      </dgm:prSet>
      <dgm:spPr/>
    </dgm:pt>
    <dgm:pt modelId="{C16FE428-ADF0-4B92-90FC-D6E75B23135F}" type="pres">
      <dgm:prSet presAssocID="{648DFCD3-098C-43B3-B73E-294B7960E505}" presName="bgRect" presStyleLbl="alignNode1" presStyleIdx="2" presStyleCnt="4"/>
      <dgm:spPr/>
    </dgm:pt>
    <dgm:pt modelId="{19270355-93CC-468F-8D19-1AE71701141D}" type="pres">
      <dgm:prSet presAssocID="{FA88665E-9D54-4ED9-9D31-5B2984D6FA2E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F51B1677-FAB4-4505-B32D-3DCBB1D0F4E3}" type="pres">
      <dgm:prSet presAssocID="{648DFCD3-098C-43B3-B73E-294B7960E505}" presName="nodeRect" presStyleLbl="alignNode1" presStyleIdx="2" presStyleCnt="4">
        <dgm:presLayoutVars>
          <dgm:bulletEnabled val="1"/>
        </dgm:presLayoutVars>
      </dgm:prSet>
      <dgm:spPr/>
    </dgm:pt>
    <dgm:pt modelId="{2C3FD9A9-D7F9-4E69-9A51-E820CBAC4894}" type="pres">
      <dgm:prSet presAssocID="{FA88665E-9D54-4ED9-9D31-5B2984D6FA2E}" presName="sibTrans" presStyleCnt="0"/>
      <dgm:spPr/>
    </dgm:pt>
    <dgm:pt modelId="{45E0D96A-8A2F-4070-A930-2AC8154D4BC9}" type="pres">
      <dgm:prSet presAssocID="{8A72C23E-123E-407F-BD47-36497FEB8D8E}" presName="compositeNode" presStyleCnt="0">
        <dgm:presLayoutVars>
          <dgm:bulletEnabled val="1"/>
        </dgm:presLayoutVars>
      </dgm:prSet>
      <dgm:spPr/>
    </dgm:pt>
    <dgm:pt modelId="{78BCC83E-366B-4D00-866C-9F96F53A983B}" type="pres">
      <dgm:prSet presAssocID="{8A72C23E-123E-407F-BD47-36497FEB8D8E}" presName="bgRect" presStyleLbl="alignNode1" presStyleIdx="3" presStyleCnt="4"/>
      <dgm:spPr/>
    </dgm:pt>
    <dgm:pt modelId="{551A086B-F6BE-4283-9F59-CB180B85E83D}" type="pres">
      <dgm:prSet presAssocID="{8A49C4C4-F687-41F4-A447-3233E022DBEC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DB64E18F-7D4C-49FB-AD41-DC889DA72A0A}" type="pres">
      <dgm:prSet presAssocID="{8A72C23E-123E-407F-BD47-36497FEB8D8E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4CFEC009-1F2B-48C5-9A47-C24EEB9AF7AC}" type="presOf" srcId="{E547F3E8-494B-4893-9E75-163A4151B8A5}" destId="{10804BD5-A980-41E4-8B4D-D6A6E0367AF0}" srcOrd="1" destOrd="0" presId="urn:microsoft.com/office/officeart/2016/7/layout/LinearBlockProcessNumbered"/>
    <dgm:cxn modelId="{089AFB19-BEAB-4432-9508-DCAD11A4349C}" type="presOf" srcId="{8A72C23E-123E-407F-BD47-36497FEB8D8E}" destId="{DB64E18F-7D4C-49FB-AD41-DC889DA72A0A}" srcOrd="1" destOrd="0" presId="urn:microsoft.com/office/officeart/2016/7/layout/LinearBlockProcessNumbered"/>
    <dgm:cxn modelId="{5A3E292C-E5F0-4B6D-9FDA-848FCE1C5A1D}" type="presOf" srcId="{FA88665E-9D54-4ED9-9D31-5B2984D6FA2E}" destId="{19270355-93CC-468F-8D19-1AE71701141D}" srcOrd="0" destOrd="0" presId="urn:microsoft.com/office/officeart/2016/7/layout/LinearBlockProcessNumbered"/>
    <dgm:cxn modelId="{D47C7832-1E45-4B26-A454-40A6FE97916B}" type="presOf" srcId="{856421A8-CF8A-4096-A473-23EBFEE09FB0}" destId="{7D192267-70A8-4E68-BE31-CCA98C004220}" srcOrd="0" destOrd="0" presId="urn:microsoft.com/office/officeart/2016/7/layout/LinearBlockProcessNumbered"/>
    <dgm:cxn modelId="{36E52C3B-349E-49DB-98CD-012AC0543F3C}" type="presOf" srcId="{8A49C4C4-F687-41F4-A447-3233E022DBEC}" destId="{551A086B-F6BE-4283-9F59-CB180B85E83D}" srcOrd="0" destOrd="0" presId="urn:microsoft.com/office/officeart/2016/7/layout/LinearBlockProcessNumbered"/>
    <dgm:cxn modelId="{F8D08C5D-2BAE-4844-AE35-F3A38E3061B9}" srcId="{856421A8-CF8A-4096-A473-23EBFEE09FB0}" destId="{841B63A7-3ADF-4722-868D-C4109EC2F621}" srcOrd="0" destOrd="0" parTransId="{A1334155-AAF3-4534-AD4C-CE8504D5E578}" sibTransId="{7DE68B0A-41CF-477D-8058-2F283CD1F0C3}"/>
    <dgm:cxn modelId="{08D7FA4F-0DDC-41A4-8D68-08C11AA7BB89}" type="presOf" srcId="{8A72C23E-123E-407F-BD47-36497FEB8D8E}" destId="{78BCC83E-366B-4D00-866C-9F96F53A983B}" srcOrd="0" destOrd="0" presId="urn:microsoft.com/office/officeart/2016/7/layout/LinearBlockProcessNumbered"/>
    <dgm:cxn modelId="{0FDE5352-38FC-40A8-977B-BCE533E59F33}" type="presOf" srcId="{7DE68B0A-41CF-477D-8058-2F283CD1F0C3}" destId="{97101843-F64A-4910-B53D-DCF748FD47FC}" srcOrd="0" destOrd="0" presId="urn:microsoft.com/office/officeart/2016/7/layout/LinearBlockProcessNumbered"/>
    <dgm:cxn modelId="{C3F8285A-5898-4A54-9174-EAC779560615}" type="presOf" srcId="{841B63A7-3ADF-4722-868D-C4109EC2F621}" destId="{5903B5C2-4D08-4B46-86E9-F425BB790618}" srcOrd="0" destOrd="0" presId="urn:microsoft.com/office/officeart/2016/7/layout/LinearBlockProcessNumbered"/>
    <dgm:cxn modelId="{4CE18B84-256B-434A-A930-2F2E1446A317}" type="presOf" srcId="{648DFCD3-098C-43B3-B73E-294B7960E505}" destId="{C16FE428-ADF0-4B92-90FC-D6E75B23135F}" srcOrd="0" destOrd="0" presId="urn:microsoft.com/office/officeart/2016/7/layout/LinearBlockProcessNumbered"/>
    <dgm:cxn modelId="{E58FD58F-C378-484D-B902-E8505C5C00EE}" srcId="{856421A8-CF8A-4096-A473-23EBFEE09FB0}" destId="{648DFCD3-098C-43B3-B73E-294B7960E505}" srcOrd="2" destOrd="0" parTransId="{041E28CD-C695-4713-B6D6-52705221BDB8}" sibTransId="{FA88665E-9D54-4ED9-9D31-5B2984D6FA2E}"/>
    <dgm:cxn modelId="{9855D593-0200-46E9-9C62-1174CBECA382}" type="presOf" srcId="{E547F3E8-494B-4893-9E75-163A4151B8A5}" destId="{C151D5E7-990F-4324-810A-DED0455992BE}" srcOrd="0" destOrd="0" presId="urn:microsoft.com/office/officeart/2016/7/layout/LinearBlockProcessNumbered"/>
    <dgm:cxn modelId="{F8DE7AA3-3DD7-4221-9B67-1E6517A26583}" type="presOf" srcId="{841B63A7-3ADF-4722-868D-C4109EC2F621}" destId="{13805161-D823-4F96-B8E7-B87A09569BF4}" srcOrd="1" destOrd="0" presId="urn:microsoft.com/office/officeart/2016/7/layout/LinearBlockProcessNumbered"/>
    <dgm:cxn modelId="{9D510EA7-3954-49ED-A31D-DF640BD93C81}" srcId="{856421A8-CF8A-4096-A473-23EBFEE09FB0}" destId="{8A72C23E-123E-407F-BD47-36497FEB8D8E}" srcOrd="3" destOrd="0" parTransId="{8775E923-4FD4-4DFD-B022-39F48C9B8A58}" sibTransId="{8A49C4C4-F687-41F4-A447-3233E022DBEC}"/>
    <dgm:cxn modelId="{8398AFB8-A38D-479B-B22D-EF77B34C4FA4}" type="presOf" srcId="{8797D81B-A20A-413F-AFBB-C36BC7819096}" destId="{1DC19292-1CAF-43A4-B4E5-4D173E032226}" srcOrd="0" destOrd="0" presId="urn:microsoft.com/office/officeart/2016/7/layout/LinearBlockProcessNumbered"/>
    <dgm:cxn modelId="{73AB31BD-B055-4B59-90FA-FC7CE6A628D0}" srcId="{856421A8-CF8A-4096-A473-23EBFEE09FB0}" destId="{E547F3E8-494B-4893-9E75-163A4151B8A5}" srcOrd="1" destOrd="0" parTransId="{F41185ED-D71B-4680-9604-EE6E063D88A5}" sibTransId="{8797D81B-A20A-413F-AFBB-C36BC7819096}"/>
    <dgm:cxn modelId="{B78440E2-D17F-4C3D-AE3F-0516232DF6F8}" type="presOf" srcId="{648DFCD3-098C-43B3-B73E-294B7960E505}" destId="{F51B1677-FAB4-4505-B32D-3DCBB1D0F4E3}" srcOrd="1" destOrd="0" presId="urn:microsoft.com/office/officeart/2016/7/layout/LinearBlockProcessNumbered"/>
    <dgm:cxn modelId="{AFD98BC8-910B-458E-AC06-856649453B6D}" type="presParOf" srcId="{7D192267-70A8-4E68-BE31-CCA98C004220}" destId="{6E316055-01D0-4701-BB42-223E47552B2A}" srcOrd="0" destOrd="0" presId="urn:microsoft.com/office/officeart/2016/7/layout/LinearBlockProcessNumbered"/>
    <dgm:cxn modelId="{D453065C-85FC-4F7B-98F3-95ACA3F7DFC5}" type="presParOf" srcId="{6E316055-01D0-4701-BB42-223E47552B2A}" destId="{5903B5C2-4D08-4B46-86E9-F425BB790618}" srcOrd="0" destOrd="0" presId="urn:microsoft.com/office/officeart/2016/7/layout/LinearBlockProcessNumbered"/>
    <dgm:cxn modelId="{67903BEC-D386-4CE7-885F-D7694AB8A95D}" type="presParOf" srcId="{6E316055-01D0-4701-BB42-223E47552B2A}" destId="{97101843-F64A-4910-B53D-DCF748FD47FC}" srcOrd="1" destOrd="0" presId="urn:microsoft.com/office/officeart/2016/7/layout/LinearBlockProcessNumbered"/>
    <dgm:cxn modelId="{E4413E8A-DD53-4878-B771-726F2BAD239E}" type="presParOf" srcId="{6E316055-01D0-4701-BB42-223E47552B2A}" destId="{13805161-D823-4F96-B8E7-B87A09569BF4}" srcOrd="2" destOrd="0" presId="urn:microsoft.com/office/officeart/2016/7/layout/LinearBlockProcessNumbered"/>
    <dgm:cxn modelId="{1148B083-2394-4D25-838B-A2A9183EA3C2}" type="presParOf" srcId="{7D192267-70A8-4E68-BE31-CCA98C004220}" destId="{98368DF7-2B4D-45A1-A273-E81BE8CE6D0E}" srcOrd="1" destOrd="0" presId="urn:microsoft.com/office/officeart/2016/7/layout/LinearBlockProcessNumbered"/>
    <dgm:cxn modelId="{F227BCF6-504C-4EDF-A0AF-6988CEFFF88C}" type="presParOf" srcId="{7D192267-70A8-4E68-BE31-CCA98C004220}" destId="{855593CA-F07C-4C40-944C-34FACAF1ECFC}" srcOrd="2" destOrd="0" presId="urn:microsoft.com/office/officeart/2016/7/layout/LinearBlockProcessNumbered"/>
    <dgm:cxn modelId="{5CE86EFE-CAC9-4C5D-9983-26C3FAEB3179}" type="presParOf" srcId="{855593CA-F07C-4C40-944C-34FACAF1ECFC}" destId="{C151D5E7-990F-4324-810A-DED0455992BE}" srcOrd="0" destOrd="0" presId="urn:microsoft.com/office/officeart/2016/7/layout/LinearBlockProcessNumbered"/>
    <dgm:cxn modelId="{6EF80CFF-1319-4692-9D75-1573B33A3E31}" type="presParOf" srcId="{855593CA-F07C-4C40-944C-34FACAF1ECFC}" destId="{1DC19292-1CAF-43A4-B4E5-4D173E032226}" srcOrd="1" destOrd="0" presId="urn:microsoft.com/office/officeart/2016/7/layout/LinearBlockProcessNumbered"/>
    <dgm:cxn modelId="{F226719B-6AB4-456B-9CF6-0592478FF83F}" type="presParOf" srcId="{855593CA-F07C-4C40-944C-34FACAF1ECFC}" destId="{10804BD5-A980-41E4-8B4D-D6A6E0367AF0}" srcOrd="2" destOrd="0" presId="urn:microsoft.com/office/officeart/2016/7/layout/LinearBlockProcessNumbered"/>
    <dgm:cxn modelId="{CA5952B5-4F83-420F-B64D-F37410AB5530}" type="presParOf" srcId="{7D192267-70A8-4E68-BE31-CCA98C004220}" destId="{B2DC099D-DF42-41E3-9388-38291EC9FB18}" srcOrd="3" destOrd="0" presId="urn:microsoft.com/office/officeart/2016/7/layout/LinearBlockProcessNumbered"/>
    <dgm:cxn modelId="{82743449-F819-48D6-B1F4-21801FE00145}" type="presParOf" srcId="{7D192267-70A8-4E68-BE31-CCA98C004220}" destId="{FDE0413F-158B-45C8-823A-4F6A4BDF0C84}" srcOrd="4" destOrd="0" presId="urn:microsoft.com/office/officeart/2016/7/layout/LinearBlockProcessNumbered"/>
    <dgm:cxn modelId="{883031F2-38A2-4AA5-975A-E3D879520FD4}" type="presParOf" srcId="{FDE0413F-158B-45C8-823A-4F6A4BDF0C84}" destId="{C16FE428-ADF0-4B92-90FC-D6E75B23135F}" srcOrd="0" destOrd="0" presId="urn:microsoft.com/office/officeart/2016/7/layout/LinearBlockProcessNumbered"/>
    <dgm:cxn modelId="{B44BC55C-6068-4E32-B0EA-BFCFCBB4D081}" type="presParOf" srcId="{FDE0413F-158B-45C8-823A-4F6A4BDF0C84}" destId="{19270355-93CC-468F-8D19-1AE71701141D}" srcOrd="1" destOrd="0" presId="urn:microsoft.com/office/officeart/2016/7/layout/LinearBlockProcessNumbered"/>
    <dgm:cxn modelId="{9835ECE0-DED5-4493-80BB-20CF4F0D8634}" type="presParOf" srcId="{FDE0413F-158B-45C8-823A-4F6A4BDF0C84}" destId="{F51B1677-FAB4-4505-B32D-3DCBB1D0F4E3}" srcOrd="2" destOrd="0" presId="urn:microsoft.com/office/officeart/2016/7/layout/LinearBlockProcessNumbered"/>
    <dgm:cxn modelId="{58E7A1DD-712C-41EE-B15D-9B040DF1749C}" type="presParOf" srcId="{7D192267-70A8-4E68-BE31-CCA98C004220}" destId="{2C3FD9A9-D7F9-4E69-9A51-E820CBAC4894}" srcOrd="5" destOrd="0" presId="urn:microsoft.com/office/officeart/2016/7/layout/LinearBlockProcessNumbered"/>
    <dgm:cxn modelId="{E5798E99-6A49-4B66-BD5A-FD2E40D02A61}" type="presParOf" srcId="{7D192267-70A8-4E68-BE31-CCA98C004220}" destId="{45E0D96A-8A2F-4070-A930-2AC8154D4BC9}" srcOrd="6" destOrd="0" presId="urn:microsoft.com/office/officeart/2016/7/layout/LinearBlockProcessNumbered"/>
    <dgm:cxn modelId="{E9EAF431-BC42-4F9E-80DD-741EBA53F992}" type="presParOf" srcId="{45E0D96A-8A2F-4070-A930-2AC8154D4BC9}" destId="{78BCC83E-366B-4D00-866C-9F96F53A983B}" srcOrd="0" destOrd="0" presId="urn:microsoft.com/office/officeart/2016/7/layout/LinearBlockProcessNumbered"/>
    <dgm:cxn modelId="{D0846DA0-F7E0-4351-A9E1-E711047B5BED}" type="presParOf" srcId="{45E0D96A-8A2F-4070-A930-2AC8154D4BC9}" destId="{551A086B-F6BE-4283-9F59-CB180B85E83D}" srcOrd="1" destOrd="0" presId="urn:microsoft.com/office/officeart/2016/7/layout/LinearBlockProcessNumbered"/>
    <dgm:cxn modelId="{D8615220-8BFC-4864-A7F1-7D995F583B57}" type="presParOf" srcId="{45E0D96A-8A2F-4070-A930-2AC8154D4BC9}" destId="{DB64E18F-7D4C-49FB-AD41-DC889DA72A0A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7E6027-8037-4D01-B459-8CB810F57CE5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DF770AD-A5FC-4064-8F82-38675BB15BD0}">
      <dgm:prSet/>
      <dgm:spPr/>
      <dgm:t>
        <a:bodyPr/>
        <a:lstStyle/>
        <a:p>
          <a:r>
            <a:rPr lang="en-US"/>
            <a:t>Data Preparation: Loading and preprocessing the dataset</a:t>
          </a:r>
        </a:p>
      </dgm:t>
    </dgm:pt>
    <dgm:pt modelId="{DB8D23BF-5C82-42DE-80A6-9F379AFE0D05}" type="parTrans" cxnId="{C9377394-95B2-4432-98A4-24481CE36E0B}">
      <dgm:prSet/>
      <dgm:spPr/>
      <dgm:t>
        <a:bodyPr/>
        <a:lstStyle/>
        <a:p>
          <a:endParaRPr lang="en-US"/>
        </a:p>
      </dgm:t>
    </dgm:pt>
    <dgm:pt modelId="{D596F05F-12EB-4FD9-9BB8-6C043CA6C75B}" type="sibTrans" cxnId="{C9377394-95B2-4432-98A4-24481CE36E0B}">
      <dgm:prSet/>
      <dgm:spPr/>
      <dgm:t>
        <a:bodyPr/>
        <a:lstStyle/>
        <a:p>
          <a:endParaRPr lang="en-US"/>
        </a:p>
      </dgm:t>
    </dgm:pt>
    <dgm:pt modelId="{36BD49C5-1860-4B3A-A70D-64D22EE5C81B}">
      <dgm:prSet/>
      <dgm:spPr/>
      <dgm:t>
        <a:bodyPr/>
        <a:lstStyle/>
        <a:p>
          <a:r>
            <a:rPr lang="en-US"/>
            <a:t>Exploratory Data Analysis: Understanding question types and answer distributions</a:t>
          </a:r>
        </a:p>
      </dgm:t>
    </dgm:pt>
    <dgm:pt modelId="{2237820D-8215-4C0C-935B-6BF24F24A286}" type="parTrans" cxnId="{41D3BF8D-2F3E-4412-92F4-27EF64DDDA70}">
      <dgm:prSet/>
      <dgm:spPr/>
      <dgm:t>
        <a:bodyPr/>
        <a:lstStyle/>
        <a:p>
          <a:endParaRPr lang="en-US"/>
        </a:p>
      </dgm:t>
    </dgm:pt>
    <dgm:pt modelId="{9B2FE016-4B9B-4A96-84C7-9742B93FB5DD}" type="sibTrans" cxnId="{41D3BF8D-2F3E-4412-92F4-27EF64DDDA70}">
      <dgm:prSet/>
      <dgm:spPr/>
      <dgm:t>
        <a:bodyPr/>
        <a:lstStyle/>
        <a:p>
          <a:endParaRPr lang="en-US"/>
        </a:p>
      </dgm:t>
    </dgm:pt>
    <dgm:pt modelId="{FFA47328-98A0-419C-A751-5A8D8BC01773}">
      <dgm:prSet/>
      <dgm:spPr/>
      <dgm:t>
        <a:bodyPr/>
        <a:lstStyle/>
        <a:p>
          <a:r>
            <a:rPr lang="en-US"/>
            <a:t>Clustering Analysis: Grouping similar questions</a:t>
          </a:r>
        </a:p>
      </dgm:t>
    </dgm:pt>
    <dgm:pt modelId="{A6C73D80-311D-4F77-BFB4-D01788DF8698}" type="parTrans" cxnId="{32805557-5650-48AD-9481-5483E64EE65C}">
      <dgm:prSet/>
      <dgm:spPr/>
      <dgm:t>
        <a:bodyPr/>
        <a:lstStyle/>
        <a:p>
          <a:endParaRPr lang="en-US"/>
        </a:p>
      </dgm:t>
    </dgm:pt>
    <dgm:pt modelId="{16FCC3C1-3447-4B21-AF71-094554168ECB}" type="sibTrans" cxnId="{32805557-5650-48AD-9481-5483E64EE65C}">
      <dgm:prSet/>
      <dgm:spPr/>
      <dgm:t>
        <a:bodyPr/>
        <a:lstStyle/>
        <a:p>
          <a:endParaRPr lang="en-US"/>
        </a:p>
      </dgm:t>
    </dgm:pt>
    <dgm:pt modelId="{619C1492-D3EB-4CBF-B734-898AA6500704}">
      <dgm:prSet/>
      <dgm:spPr/>
      <dgm:t>
        <a:bodyPr/>
        <a:lstStyle/>
        <a:p>
          <a:r>
            <a:rPr lang="en-US"/>
            <a:t>Visualization: Using plots to illustrate findings</a:t>
          </a:r>
        </a:p>
      </dgm:t>
    </dgm:pt>
    <dgm:pt modelId="{279C3EFF-8273-4888-A6D9-5F695D5B69F2}" type="parTrans" cxnId="{E336037E-C9B4-4DE8-A29E-C4F1AC456212}">
      <dgm:prSet/>
      <dgm:spPr/>
      <dgm:t>
        <a:bodyPr/>
        <a:lstStyle/>
        <a:p>
          <a:endParaRPr lang="en-US"/>
        </a:p>
      </dgm:t>
    </dgm:pt>
    <dgm:pt modelId="{D78231F4-4248-4E7C-AD54-29469915538D}" type="sibTrans" cxnId="{E336037E-C9B4-4DE8-A29E-C4F1AC456212}">
      <dgm:prSet/>
      <dgm:spPr/>
      <dgm:t>
        <a:bodyPr/>
        <a:lstStyle/>
        <a:p>
          <a:endParaRPr lang="en-US"/>
        </a:p>
      </dgm:t>
    </dgm:pt>
    <dgm:pt modelId="{24068FC2-E17E-463C-A9AE-AE180A19882D}" type="pres">
      <dgm:prSet presAssocID="{CD7E6027-8037-4D01-B459-8CB810F57CE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54708E0-8F3B-4B97-80BF-CC11B338817F}" type="pres">
      <dgm:prSet presAssocID="{EDF770AD-A5FC-4064-8F82-38675BB15BD0}" presName="hierRoot1" presStyleCnt="0"/>
      <dgm:spPr/>
    </dgm:pt>
    <dgm:pt modelId="{9A051C5A-4054-4C79-923D-AF1193244167}" type="pres">
      <dgm:prSet presAssocID="{EDF770AD-A5FC-4064-8F82-38675BB15BD0}" presName="composite" presStyleCnt="0"/>
      <dgm:spPr/>
    </dgm:pt>
    <dgm:pt modelId="{FB28423E-7797-4316-95E1-6282E9CCD552}" type="pres">
      <dgm:prSet presAssocID="{EDF770AD-A5FC-4064-8F82-38675BB15BD0}" presName="background" presStyleLbl="node0" presStyleIdx="0" presStyleCnt="4"/>
      <dgm:spPr/>
    </dgm:pt>
    <dgm:pt modelId="{C5C0C63B-9D3B-4C72-B1CF-31121774BF22}" type="pres">
      <dgm:prSet presAssocID="{EDF770AD-A5FC-4064-8F82-38675BB15BD0}" presName="text" presStyleLbl="fgAcc0" presStyleIdx="0" presStyleCnt="4">
        <dgm:presLayoutVars>
          <dgm:chPref val="3"/>
        </dgm:presLayoutVars>
      </dgm:prSet>
      <dgm:spPr/>
    </dgm:pt>
    <dgm:pt modelId="{E5B3E97D-BE17-4239-8ECB-D27F68B9DF97}" type="pres">
      <dgm:prSet presAssocID="{EDF770AD-A5FC-4064-8F82-38675BB15BD0}" presName="hierChild2" presStyleCnt="0"/>
      <dgm:spPr/>
    </dgm:pt>
    <dgm:pt modelId="{42C8BF3D-B04A-4B13-BF76-2A4CD0D8BC17}" type="pres">
      <dgm:prSet presAssocID="{36BD49C5-1860-4B3A-A70D-64D22EE5C81B}" presName="hierRoot1" presStyleCnt="0"/>
      <dgm:spPr/>
    </dgm:pt>
    <dgm:pt modelId="{3E0F9027-292F-4405-B7F4-B6654A9D9787}" type="pres">
      <dgm:prSet presAssocID="{36BD49C5-1860-4B3A-A70D-64D22EE5C81B}" presName="composite" presStyleCnt="0"/>
      <dgm:spPr/>
    </dgm:pt>
    <dgm:pt modelId="{89E0C673-F55E-48CB-92B9-8AD37673E4C1}" type="pres">
      <dgm:prSet presAssocID="{36BD49C5-1860-4B3A-A70D-64D22EE5C81B}" presName="background" presStyleLbl="node0" presStyleIdx="1" presStyleCnt="4"/>
      <dgm:spPr/>
    </dgm:pt>
    <dgm:pt modelId="{D454B1A6-0795-4202-9A94-C77A90416033}" type="pres">
      <dgm:prSet presAssocID="{36BD49C5-1860-4B3A-A70D-64D22EE5C81B}" presName="text" presStyleLbl="fgAcc0" presStyleIdx="1" presStyleCnt="4">
        <dgm:presLayoutVars>
          <dgm:chPref val="3"/>
        </dgm:presLayoutVars>
      </dgm:prSet>
      <dgm:spPr/>
    </dgm:pt>
    <dgm:pt modelId="{B2AE8BC0-8034-425D-A887-BC7C5B5E6885}" type="pres">
      <dgm:prSet presAssocID="{36BD49C5-1860-4B3A-A70D-64D22EE5C81B}" presName="hierChild2" presStyleCnt="0"/>
      <dgm:spPr/>
    </dgm:pt>
    <dgm:pt modelId="{8BC67F7F-D7B9-44F3-9BC2-C389EC553BBF}" type="pres">
      <dgm:prSet presAssocID="{FFA47328-98A0-419C-A751-5A8D8BC01773}" presName="hierRoot1" presStyleCnt="0"/>
      <dgm:spPr/>
    </dgm:pt>
    <dgm:pt modelId="{A4E5D58F-0590-42BE-A156-961B2FA3F4FF}" type="pres">
      <dgm:prSet presAssocID="{FFA47328-98A0-419C-A751-5A8D8BC01773}" presName="composite" presStyleCnt="0"/>
      <dgm:spPr/>
    </dgm:pt>
    <dgm:pt modelId="{8E33A40E-1E69-4106-BBB3-389CE5A2D1C9}" type="pres">
      <dgm:prSet presAssocID="{FFA47328-98A0-419C-A751-5A8D8BC01773}" presName="background" presStyleLbl="node0" presStyleIdx="2" presStyleCnt="4"/>
      <dgm:spPr/>
    </dgm:pt>
    <dgm:pt modelId="{CD5ED9B1-649C-4F1D-A3A9-828F50C9734F}" type="pres">
      <dgm:prSet presAssocID="{FFA47328-98A0-419C-A751-5A8D8BC01773}" presName="text" presStyleLbl="fgAcc0" presStyleIdx="2" presStyleCnt="4">
        <dgm:presLayoutVars>
          <dgm:chPref val="3"/>
        </dgm:presLayoutVars>
      </dgm:prSet>
      <dgm:spPr/>
    </dgm:pt>
    <dgm:pt modelId="{FCA827A8-410C-4953-A753-08374779B633}" type="pres">
      <dgm:prSet presAssocID="{FFA47328-98A0-419C-A751-5A8D8BC01773}" presName="hierChild2" presStyleCnt="0"/>
      <dgm:spPr/>
    </dgm:pt>
    <dgm:pt modelId="{00A959DA-6153-4C0C-9A8A-375AC0AF15C8}" type="pres">
      <dgm:prSet presAssocID="{619C1492-D3EB-4CBF-B734-898AA6500704}" presName="hierRoot1" presStyleCnt="0"/>
      <dgm:spPr/>
    </dgm:pt>
    <dgm:pt modelId="{43FD55DF-6B96-4B17-9217-CC47D00DEAC9}" type="pres">
      <dgm:prSet presAssocID="{619C1492-D3EB-4CBF-B734-898AA6500704}" presName="composite" presStyleCnt="0"/>
      <dgm:spPr/>
    </dgm:pt>
    <dgm:pt modelId="{6CE7C0E5-01C9-43E7-91CE-8F7FFF89965B}" type="pres">
      <dgm:prSet presAssocID="{619C1492-D3EB-4CBF-B734-898AA6500704}" presName="background" presStyleLbl="node0" presStyleIdx="3" presStyleCnt="4"/>
      <dgm:spPr/>
    </dgm:pt>
    <dgm:pt modelId="{69C0D7C2-0821-4D55-8324-135B8175B88C}" type="pres">
      <dgm:prSet presAssocID="{619C1492-D3EB-4CBF-B734-898AA6500704}" presName="text" presStyleLbl="fgAcc0" presStyleIdx="3" presStyleCnt="4">
        <dgm:presLayoutVars>
          <dgm:chPref val="3"/>
        </dgm:presLayoutVars>
      </dgm:prSet>
      <dgm:spPr/>
    </dgm:pt>
    <dgm:pt modelId="{97A4BC65-77BD-4F96-BAA3-6D28B31ADDD3}" type="pres">
      <dgm:prSet presAssocID="{619C1492-D3EB-4CBF-B734-898AA6500704}" presName="hierChild2" presStyleCnt="0"/>
      <dgm:spPr/>
    </dgm:pt>
  </dgm:ptLst>
  <dgm:cxnLst>
    <dgm:cxn modelId="{8CF41A29-6CFC-4C80-B092-E06DA4F30B38}" type="presOf" srcId="{EDF770AD-A5FC-4064-8F82-38675BB15BD0}" destId="{C5C0C63B-9D3B-4C72-B1CF-31121774BF22}" srcOrd="0" destOrd="0" presId="urn:microsoft.com/office/officeart/2005/8/layout/hierarchy1"/>
    <dgm:cxn modelId="{6C0EEE66-D39C-4948-8AD4-F06AC05369A4}" type="presOf" srcId="{CD7E6027-8037-4D01-B459-8CB810F57CE5}" destId="{24068FC2-E17E-463C-A9AE-AE180A19882D}" srcOrd="0" destOrd="0" presId="urn:microsoft.com/office/officeart/2005/8/layout/hierarchy1"/>
    <dgm:cxn modelId="{35CE4D52-C26C-45FC-87F3-B71B000F3A55}" type="presOf" srcId="{619C1492-D3EB-4CBF-B734-898AA6500704}" destId="{69C0D7C2-0821-4D55-8324-135B8175B88C}" srcOrd="0" destOrd="0" presId="urn:microsoft.com/office/officeart/2005/8/layout/hierarchy1"/>
    <dgm:cxn modelId="{32805557-5650-48AD-9481-5483E64EE65C}" srcId="{CD7E6027-8037-4D01-B459-8CB810F57CE5}" destId="{FFA47328-98A0-419C-A751-5A8D8BC01773}" srcOrd="2" destOrd="0" parTransId="{A6C73D80-311D-4F77-BFB4-D01788DF8698}" sibTransId="{16FCC3C1-3447-4B21-AF71-094554168ECB}"/>
    <dgm:cxn modelId="{E336037E-C9B4-4DE8-A29E-C4F1AC456212}" srcId="{CD7E6027-8037-4D01-B459-8CB810F57CE5}" destId="{619C1492-D3EB-4CBF-B734-898AA6500704}" srcOrd="3" destOrd="0" parTransId="{279C3EFF-8273-4888-A6D9-5F695D5B69F2}" sibTransId="{D78231F4-4248-4E7C-AD54-29469915538D}"/>
    <dgm:cxn modelId="{41D3BF8D-2F3E-4412-92F4-27EF64DDDA70}" srcId="{CD7E6027-8037-4D01-B459-8CB810F57CE5}" destId="{36BD49C5-1860-4B3A-A70D-64D22EE5C81B}" srcOrd="1" destOrd="0" parTransId="{2237820D-8215-4C0C-935B-6BF24F24A286}" sibTransId="{9B2FE016-4B9B-4A96-84C7-9742B93FB5DD}"/>
    <dgm:cxn modelId="{C9377394-95B2-4432-98A4-24481CE36E0B}" srcId="{CD7E6027-8037-4D01-B459-8CB810F57CE5}" destId="{EDF770AD-A5FC-4064-8F82-38675BB15BD0}" srcOrd="0" destOrd="0" parTransId="{DB8D23BF-5C82-42DE-80A6-9F379AFE0D05}" sibTransId="{D596F05F-12EB-4FD9-9BB8-6C043CA6C75B}"/>
    <dgm:cxn modelId="{828C7E9D-53E9-457E-AB33-9EDAB2AA305B}" type="presOf" srcId="{FFA47328-98A0-419C-A751-5A8D8BC01773}" destId="{CD5ED9B1-649C-4F1D-A3A9-828F50C9734F}" srcOrd="0" destOrd="0" presId="urn:microsoft.com/office/officeart/2005/8/layout/hierarchy1"/>
    <dgm:cxn modelId="{E95794DA-3BE9-47FE-A74C-1815078AE561}" type="presOf" srcId="{36BD49C5-1860-4B3A-A70D-64D22EE5C81B}" destId="{D454B1A6-0795-4202-9A94-C77A90416033}" srcOrd="0" destOrd="0" presId="urn:microsoft.com/office/officeart/2005/8/layout/hierarchy1"/>
    <dgm:cxn modelId="{AC049DF2-5ED8-476F-B0FC-776125A02F59}" type="presParOf" srcId="{24068FC2-E17E-463C-A9AE-AE180A19882D}" destId="{A54708E0-8F3B-4B97-80BF-CC11B338817F}" srcOrd="0" destOrd="0" presId="urn:microsoft.com/office/officeart/2005/8/layout/hierarchy1"/>
    <dgm:cxn modelId="{BB033B0E-79F9-4941-A1B8-E84E84FC8B56}" type="presParOf" srcId="{A54708E0-8F3B-4B97-80BF-CC11B338817F}" destId="{9A051C5A-4054-4C79-923D-AF1193244167}" srcOrd="0" destOrd="0" presId="urn:microsoft.com/office/officeart/2005/8/layout/hierarchy1"/>
    <dgm:cxn modelId="{D292B066-9711-46DE-8742-1D04DB39831F}" type="presParOf" srcId="{9A051C5A-4054-4C79-923D-AF1193244167}" destId="{FB28423E-7797-4316-95E1-6282E9CCD552}" srcOrd="0" destOrd="0" presId="urn:microsoft.com/office/officeart/2005/8/layout/hierarchy1"/>
    <dgm:cxn modelId="{8D3C6362-4019-43C4-B04A-D8B2659982F4}" type="presParOf" srcId="{9A051C5A-4054-4C79-923D-AF1193244167}" destId="{C5C0C63B-9D3B-4C72-B1CF-31121774BF22}" srcOrd="1" destOrd="0" presId="urn:microsoft.com/office/officeart/2005/8/layout/hierarchy1"/>
    <dgm:cxn modelId="{65F6A50B-BA50-45A8-A4ED-1B38FCBC71B1}" type="presParOf" srcId="{A54708E0-8F3B-4B97-80BF-CC11B338817F}" destId="{E5B3E97D-BE17-4239-8ECB-D27F68B9DF97}" srcOrd="1" destOrd="0" presId="urn:microsoft.com/office/officeart/2005/8/layout/hierarchy1"/>
    <dgm:cxn modelId="{87777F55-C8CD-407F-B4CD-0C4541967970}" type="presParOf" srcId="{24068FC2-E17E-463C-A9AE-AE180A19882D}" destId="{42C8BF3D-B04A-4B13-BF76-2A4CD0D8BC17}" srcOrd="1" destOrd="0" presId="urn:microsoft.com/office/officeart/2005/8/layout/hierarchy1"/>
    <dgm:cxn modelId="{46B2EAFD-9729-499F-809B-3E30D0D96616}" type="presParOf" srcId="{42C8BF3D-B04A-4B13-BF76-2A4CD0D8BC17}" destId="{3E0F9027-292F-4405-B7F4-B6654A9D9787}" srcOrd="0" destOrd="0" presId="urn:microsoft.com/office/officeart/2005/8/layout/hierarchy1"/>
    <dgm:cxn modelId="{90811CD0-9C58-4D3E-9E84-E503162EA27E}" type="presParOf" srcId="{3E0F9027-292F-4405-B7F4-B6654A9D9787}" destId="{89E0C673-F55E-48CB-92B9-8AD37673E4C1}" srcOrd="0" destOrd="0" presId="urn:microsoft.com/office/officeart/2005/8/layout/hierarchy1"/>
    <dgm:cxn modelId="{F1D4755B-48E5-45AD-A169-4F66199CD502}" type="presParOf" srcId="{3E0F9027-292F-4405-B7F4-B6654A9D9787}" destId="{D454B1A6-0795-4202-9A94-C77A90416033}" srcOrd="1" destOrd="0" presId="urn:microsoft.com/office/officeart/2005/8/layout/hierarchy1"/>
    <dgm:cxn modelId="{E15D013D-1539-4ADD-A717-C907461D4488}" type="presParOf" srcId="{42C8BF3D-B04A-4B13-BF76-2A4CD0D8BC17}" destId="{B2AE8BC0-8034-425D-A887-BC7C5B5E6885}" srcOrd="1" destOrd="0" presId="urn:microsoft.com/office/officeart/2005/8/layout/hierarchy1"/>
    <dgm:cxn modelId="{973FC66C-3CC0-465A-8526-8EEA68406B07}" type="presParOf" srcId="{24068FC2-E17E-463C-A9AE-AE180A19882D}" destId="{8BC67F7F-D7B9-44F3-9BC2-C389EC553BBF}" srcOrd="2" destOrd="0" presId="urn:microsoft.com/office/officeart/2005/8/layout/hierarchy1"/>
    <dgm:cxn modelId="{7C2EA066-3DDD-49AB-8E13-DCE6DD0C3628}" type="presParOf" srcId="{8BC67F7F-D7B9-44F3-9BC2-C389EC553BBF}" destId="{A4E5D58F-0590-42BE-A156-961B2FA3F4FF}" srcOrd="0" destOrd="0" presId="urn:microsoft.com/office/officeart/2005/8/layout/hierarchy1"/>
    <dgm:cxn modelId="{E61B1CE2-F169-45EE-9454-50CF5DE64EF5}" type="presParOf" srcId="{A4E5D58F-0590-42BE-A156-961B2FA3F4FF}" destId="{8E33A40E-1E69-4106-BBB3-389CE5A2D1C9}" srcOrd="0" destOrd="0" presId="urn:microsoft.com/office/officeart/2005/8/layout/hierarchy1"/>
    <dgm:cxn modelId="{67BDA5A2-B090-4045-A21C-DAEC75BB0D81}" type="presParOf" srcId="{A4E5D58F-0590-42BE-A156-961B2FA3F4FF}" destId="{CD5ED9B1-649C-4F1D-A3A9-828F50C9734F}" srcOrd="1" destOrd="0" presId="urn:microsoft.com/office/officeart/2005/8/layout/hierarchy1"/>
    <dgm:cxn modelId="{71BB3C68-0E54-4F87-99FB-86DED30AD6CD}" type="presParOf" srcId="{8BC67F7F-D7B9-44F3-9BC2-C389EC553BBF}" destId="{FCA827A8-410C-4953-A753-08374779B633}" srcOrd="1" destOrd="0" presId="urn:microsoft.com/office/officeart/2005/8/layout/hierarchy1"/>
    <dgm:cxn modelId="{8383E8FF-8D20-4734-AF59-359AFEF4245C}" type="presParOf" srcId="{24068FC2-E17E-463C-A9AE-AE180A19882D}" destId="{00A959DA-6153-4C0C-9A8A-375AC0AF15C8}" srcOrd="3" destOrd="0" presId="urn:microsoft.com/office/officeart/2005/8/layout/hierarchy1"/>
    <dgm:cxn modelId="{273C52BF-766B-4EE6-B587-32F7AEEF0AF8}" type="presParOf" srcId="{00A959DA-6153-4C0C-9A8A-375AC0AF15C8}" destId="{43FD55DF-6B96-4B17-9217-CC47D00DEAC9}" srcOrd="0" destOrd="0" presId="urn:microsoft.com/office/officeart/2005/8/layout/hierarchy1"/>
    <dgm:cxn modelId="{7D393BD2-9712-407A-8EEB-B506901D9764}" type="presParOf" srcId="{43FD55DF-6B96-4B17-9217-CC47D00DEAC9}" destId="{6CE7C0E5-01C9-43E7-91CE-8F7FFF89965B}" srcOrd="0" destOrd="0" presId="urn:microsoft.com/office/officeart/2005/8/layout/hierarchy1"/>
    <dgm:cxn modelId="{ED2867A4-A71E-4D30-97E1-BE132417896B}" type="presParOf" srcId="{43FD55DF-6B96-4B17-9217-CC47D00DEAC9}" destId="{69C0D7C2-0821-4D55-8324-135B8175B88C}" srcOrd="1" destOrd="0" presId="urn:microsoft.com/office/officeart/2005/8/layout/hierarchy1"/>
    <dgm:cxn modelId="{99D67691-EB9D-4934-BE9D-F1A9F29330A7}" type="presParOf" srcId="{00A959DA-6153-4C0C-9A8A-375AC0AF15C8}" destId="{97A4BC65-77BD-4F96-BAA3-6D28B31ADDD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4A38237-3BD4-4E43-ADB0-9CF9AEA6ADF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E7B986-8A89-4779-A0E7-F65A60D380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Method: t-SNE for dimensionality reduction</a:t>
          </a:r>
        </a:p>
      </dgm:t>
    </dgm:pt>
    <dgm:pt modelId="{A644E372-A7FA-4BDE-A090-B741ACF6E42C}" type="parTrans" cxnId="{B06CC584-0042-40EE-9DEE-1BF74FE1B838}">
      <dgm:prSet/>
      <dgm:spPr/>
      <dgm:t>
        <a:bodyPr/>
        <a:lstStyle/>
        <a:p>
          <a:endParaRPr lang="en-US"/>
        </a:p>
      </dgm:t>
    </dgm:pt>
    <dgm:pt modelId="{93F10D70-10CE-4054-AC6A-65EE21CB751C}" type="sibTrans" cxnId="{B06CC584-0042-40EE-9DEE-1BF74FE1B838}">
      <dgm:prSet/>
      <dgm:spPr/>
      <dgm:t>
        <a:bodyPr/>
        <a:lstStyle/>
        <a:p>
          <a:endParaRPr lang="en-US"/>
        </a:p>
      </dgm:t>
    </dgm:pt>
    <dgm:pt modelId="{AD88747F-F86D-481F-B88A-F84A9191AE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Findings: Visualization of clusters and their characteristics</a:t>
          </a:r>
        </a:p>
      </dgm:t>
    </dgm:pt>
    <dgm:pt modelId="{5799CFA9-B3BE-4538-8B0D-E07AE90EE1EF}" type="parTrans" cxnId="{BE4224F3-E3E8-455B-90C4-D7B2A1E06A54}">
      <dgm:prSet/>
      <dgm:spPr/>
      <dgm:t>
        <a:bodyPr/>
        <a:lstStyle/>
        <a:p>
          <a:endParaRPr lang="en-US"/>
        </a:p>
      </dgm:t>
    </dgm:pt>
    <dgm:pt modelId="{E5CDCAD1-DAB0-4303-9A3C-A96834D312C3}" type="sibTrans" cxnId="{BE4224F3-E3E8-455B-90C4-D7B2A1E06A54}">
      <dgm:prSet/>
      <dgm:spPr/>
      <dgm:t>
        <a:bodyPr/>
        <a:lstStyle/>
        <a:p>
          <a:endParaRPr lang="en-US"/>
        </a:p>
      </dgm:t>
    </dgm:pt>
    <dgm:pt modelId="{0DE47211-528E-4D38-BCBC-A9D30C429A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Implications: Insights into question similarity and difficulty</a:t>
          </a:r>
        </a:p>
      </dgm:t>
    </dgm:pt>
    <dgm:pt modelId="{B81CEB9F-91D2-45D7-B9B3-35880D8077ED}" type="parTrans" cxnId="{E5B874EB-4FD7-4095-9B76-C16DA678F216}">
      <dgm:prSet/>
      <dgm:spPr/>
      <dgm:t>
        <a:bodyPr/>
        <a:lstStyle/>
        <a:p>
          <a:endParaRPr lang="en-US"/>
        </a:p>
      </dgm:t>
    </dgm:pt>
    <dgm:pt modelId="{2E2BDAD1-3CEB-475B-A90D-1C8F26CFDF26}" type="sibTrans" cxnId="{E5B874EB-4FD7-4095-9B76-C16DA678F216}">
      <dgm:prSet/>
      <dgm:spPr/>
      <dgm:t>
        <a:bodyPr/>
        <a:lstStyle/>
        <a:p>
          <a:endParaRPr lang="en-US"/>
        </a:p>
      </dgm:t>
    </dgm:pt>
    <dgm:pt modelId="{F027ADE1-5B5A-49CA-AB86-0C3090062BC0}" type="pres">
      <dgm:prSet presAssocID="{B4A38237-3BD4-4E43-ADB0-9CF9AEA6ADF9}" presName="root" presStyleCnt="0">
        <dgm:presLayoutVars>
          <dgm:dir/>
          <dgm:resizeHandles val="exact"/>
        </dgm:presLayoutVars>
      </dgm:prSet>
      <dgm:spPr/>
    </dgm:pt>
    <dgm:pt modelId="{DD702D7B-418F-4A7E-8360-4711B0F5BE6D}" type="pres">
      <dgm:prSet presAssocID="{C8E7B986-8A89-4779-A0E7-F65A60D380E0}" presName="compNode" presStyleCnt="0"/>
      <dgm:spPr/>
    </dgm:pt>
    <dgm:pt modelId="{1A36C8F0-FBD2-4375-97B4-AEAB3291A1E9}" type="pres">
      <dgm:prSet presAssocID="{C8E7B986-8A89-4779-A0E7-F65A60D380E0}" presName="bgRect" presStyleLbl="bgShp" presStyleIdx="0" presStyleCnt="3"/>
      <dgm:spPr/>
    </dgm:pt>
    <dgm:pt modelId="{0652DE3B-BB80-4771-BFC1-71CECE3CE338}" type="pres">
      <dgm:prSet presAssocID="{C8E7B986-8A89-4779-A0E7-F65A60D380E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rcles with Arrows"/>
        </a:ext>
      </dgm:extLst>
    </dgm:pt>
    <dgm:pt modelId="{75AAE44B-3D8B-46EF-8336-25F352697CB9}" type="pres">
      <dgm:prSet presAssocID="{C8E7B986-8A89-4779-A0E7-F65A60D380E0}" presName="spaceRect" presStyleCnt="0"/>
      <dgm:spPr/>
    </dgm:pt>
    <dgm:pt modelId="{E843922D-3F8C-4414-91EA-F1624C5C3D10}" type="pres">
      <dgm:prSet presAssocID="{C8E7B986-8A89-4779-A0E7-F65A60D380E0}" presName="parTx" presStyleLbl="revTx" presStyleIdx="0" presStyleCnt="3">
        <dgm:presLayoutVars>
          <dgm:chMax val="0"/>
          <dgm:chPref val="0"/>
        </dgm:presLayoutVars>
      </dgm:prSet>
      <dgm:spPr/>
    </dgm:pt>
    <dgm:pt modelId="{A2BE2305-B64E-42A0-A629-8C31111B6FA4}" type="pres">
      <dgm:prSet presAssocID="{93F10D70-10CE-4054-AC6A-65EE21CB751C}" presName="sibTrans" presStyleCnt="0"/>
      <dgm:spPr/>
    </dgm:pt>
    <dgm:pt modelId="{4FE3DAA7-4D94-4CA9-8616-5B0B16BAF09E}" type="pres">
      <dgm:prSet presAssocID="{AD88747F-F86D-481F-B88A-F84A9191AE46}" presName="compNode" presStyleCnt="0"/>
      <dgm:spPr/>
    </dgm:pt>
    <dgm:pt modelId="{FCAF6A4B-2781-4B02-8BD2-5AA29429FA38}" type="pres">
      <dgm:prSet presAssocID="{AD88747F-F86D-481F-B88A-F84A9191AE46}" presName="bgRect" presStyleLbl="bgShp" presStyleIdx="1" presStyleCnt="3"/>
      <dgm:spPr/>
    </dgm:pt>
    <dgm:pt modelId="{F59727F4-C5EB-4BA8-B24B-0A95DE846587}" type="pres">
      <dgm:prSet presAssocID="{AD88747F-F86D-481F-B88A-F84A9191AE4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D5DA3F12-5978-48B9-B730-C80A77D7F4EE}" type="pres">
      <dgm:prSet presAssocID="{AD88747F-F86D-481F-B88A-F84A9191AE46}" presName="spaceRect" presStyleCnt="0"/>
      <dgm:spPr/>
    </dgm:pt>
    <dgm:pt modelId="{0E5C6CED-9068-4879-AC5A-2CFFE007F12B}" type="pres">
      <dgm:prSet presAssocID="{AD88747F-F86D-481F-B88A-F84A9191AE46}" presName="parTx" presStyleLbl="revTx" presStyleIdx="1" presStyleCnt="3">
        <dgm:presLayoutVars>
          <dgm:chMax val="0"/>
          <dgm:chPref val="0"/>
        </dgm:presLayoutVars>
      </dgm:prSet>
      <dgm:spPr/>
    </dgm:pt>
    <dgm:pt modelId="{13DDC7EB-2F5A-4EB4-84F7-FB5E88D44B8D}" type="pres">
      <dgm:prSet presAssocID="{E5CDCAD1-DAB0-4303-9A3C-A96834D312C3}" presName="sibTrans" presStyleCnt="0"/>
      <dgm:spPr/>
    </dgm:pt>
    <dgm:pt modelId="{55AEFB01-EA69-4155-9DF2-EB191E0DBFC0}" type="pres">
      <dgm:prSet presAssocID="{0DE47211-528E-4D38-BCBC-A9D30C429A68}" presName="compNode" presStyleCnt="0"/>
      <dgm:spPr/>
    </dgm:pt>
    <dgm:pt modelId="{42F7D78D-C9B8-49AA-BC07-DBAAD70B6311}" type="pres">
      <dgm:prSet presAssocID="{0DE47211-528E-4D38-BCBC-A9D30C429A68}" presName="bgRect" presStyleLbl="bgShp" presStyleIdx="2" presStyleCnt="3"/>
      <dgm:spPr/>
    </dgm:pt>
    <dgm:pt modelId="{F5D634EA-4D22-43F0-A86C-C14C3917ACB7}" type="pres">
      <dgm:prSet presAssocID="{0DE47211-528E-4D38-BCBC-A9D30C429A6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B6F86C4-F8F8-4CB9-BDCF-8DF301EC473E}" type="pres">
      <dgm:prSet presAssocID="{0DE47211-528E-4D38-BCBC-A9D30C429A68}" presName="spaceRect" presStyleCnt="0"/>
      <dgm:spPr/>
    </dgm:pt>
    <dgm:pt modelId="{0DAE9614-A30A-4CA3-8529-DA890BD89AF2}" type="pres">
      <dgm:prSet presAssocID="{0DE47211-528E-4D38-BCBC-A9D30C429A6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DFA3304-D26B-443D-BBDC-D29F19073A06}" type="presOf" srcId="{C8E7B986-8A89-4779-A0E7-F65A60D380E0}" destId="{E843922D-3F8C-4414-91EA-F1624C5C3D10}" srcOrd="0" destOrd="0" presId="urn:microsoft.com/office/officeart/2018/2/layout/IconVerticalSolidList"/>
    <dgm:cxn modelId="{31339A43-45AB-4050-863C-4AFD2D8A952B}" type="presOf" srcId="{B4A38237-3BD4-4E43-ADB0-9CF9AEA6ADF9}" destId="{F027ADE1-5B5A-49CA-AB86-0C3090062BC0}" srcOrd="0" destOrd="0" presId="urn:microsoft.com/office/officeart/2018/2/layout/IconVerticalSolidList"/>
    <dgm:cxn modelId="{B06CC584-0042-40EE-9DEE-1BF74FE1B838}" srcId="{B4A38237-3BD4-4E43-ADB0-9CF9AEA6ADF9}" destId="{C8E7B986-8A89-4779-A0E7-F65A60D380E0}" srcOrd="0" destOrd="0" parTransId="{A644E372-A7FA-4BDE-A090-B741ACF6E42C}" sibTransId="{93F10D70-10CE-4054-AC6A-65EE21CB751C}"/>
    <dgm:cxn modelId="{AB842CDD-0E1C-400E-A290-D504104EE102}" type="presOf" srcId="{AD88747F-F86D-481F-B88A-F84A9191AE46}" destId="{0E5C6CED-9068-4879-AC5A-2CFFE007F12B}" srcOrd="0" destOrd="0" presId="urn:microsoft.com/office/officeart/2018/2/layout/IconVerticalSolidList"/>
    <dgm:cxn modelId="{E5B874EB-4FD7-4095-9B76-C16DA678F216}" srcId="{B4A38237-3BD4-4E43-ADB0-9CF9AEA6ADF9}" destId="{0DE47211-528E-4D38-BCBC-A9D30C429A68}" srcOrd="2" destOrd="0" parTransId="{B81CEB9F-91D2-45D7-B9B3-35880D8077ED}" sibTransId="{2E2BDAD1-3CEB-475B-A90D-1C8F26CFDF26}"/>
    <dgm:cxn modelId="{412BE8EC-D4AC-4AE8-9FAE-6EDE8FBB7A8F}" type="presOf" srcId="{0DE47211-528E-4D38-BCBC-A9D30C429A68}" destId="{0DAE9614-A30A-4CA3-8529-DA890BD89AF2}" srcOrd="0" destOrd="0" presId="urn:microsoft.com/office/officeart/2018/2/layout/IconVerticalSolidList"/>
    <dgm:cxn modelId="{BE4224F3-E3E8-455B-90C4-D7B2A1E06A54}" srcId="{B4A38237-3BD4-4E43-ADB0-9CF9AEA6ADF9}" destId="{AD88747F-F86D-481F-B88A-F84A9191AE46}" srcOrd="1" destOrd="0" parTransId="{5799CFA9-B3BE-4538-8B0D-E07AE90EE1EF}" sibTransId="{E5CDCAD1-DAB0-4303-9A3C-A96834D312C3}"/>
    <dgm:cxn modelId="{C9D6DFDF-BD59-47D2-A220-55DCF4DCF591}" type="presParOf" srcId="{F027ADE1-5B5A-49CA-AB86-0C3090062BC0}" destId="{DD702D7B-418F-4A7E-8360-4711B0F5BE6D}" srcOrd="0" destOrd="0" presId="urn:microsoft.com/office/officeart/2018/2/layout/IconVerticalSolidList"/>
    <dgm:cxn modelId="{1D18C57E-2618-4C88-AFE8-F6484F2FE75A}" type="presParOf" srcId="{DD702D7B-418F-4A7E-8360-4711B0F5BE6D}" destId="{1A36C8F0-FBD2-4375-97B4-AEAB3291A1E9}" srcOrd="0" destOrd="0" presId="urn:microsoft.com/office/officeart/2018/2/layout/IconVerticalSolidList"/>
    <dgm:cxn modelId="{A13167A4-7527-4AF4-91CC-A86141690CC8}" type="presParOf" srcId="{DD702D7B-418F-4A7E-8360-4711B0F5BE6D}" destId="{0652DE3B-BB80-4771-BFC1-71CECE3CE338}" srcOrd="1" destOrd="0" presId="urn:microsoft.com/office/officeart/2018/2/layout/IconVerticalSolidList"/>
    <dgm:cxn modelId="{2D9405B8-C872-4128-9D0F-6CF3C163B4B1}" type="presParOf" srcId="{DD702D7B-418F-4A7E-8360-4711B0F5BE6D}" destId="{75AAE44B-3D8B-46EF-8336-25F352697CB9}" srcOrd="2" destOrd="0" presId="urn:microsoft.com/office/officeart/2018/2/layout/IconVerticalSolidList"/>
    <dgm:cxn modelId="{9F960C78-0E82-41B4-9318-ED86A79D4081}" type="presParOf" srcId="{DD702D7B-418F-4A7E-8360-4711B0F5BE6D}" destId="{E843922D-3F8C-4414-91EA-F1624C5C3D10}" srcOrd="3" destOrd="0" presId="urn:microsoft.com/office/officeart/2018/2/layout/IconVerticalSolidList"/>
    <dgm:cxn modelId="{532CFC81-D3F9-4106-9273-767FE0B9D075}" type="presParOf" srcId="{F027ADE1-5B5A-49CA-AB86-0C3090062BC0}" destId="{A2BE2305-B64E-42A0-A629-8C31111B6FA4}" srcOrd="1" destOrd="0" presId="urn:microsoft.com/office/officeart/2018/2/layout/IconVerticalSolidList"/>
    <dgm:cxn modelId="{E7C44A23-360F-437E-8839-85B3F650D817}" type="presParOf" srcId="{F027ADE1-5B5A-49CA-AB86-0C3090062BC0}" destId="{4FE3DAA7-4D94-4CA9-8616-5B0B16BAF09E}" srcOrd="2" destOrd="0" presId="urn:microsoft.com/office/officeart/2018/2/layout/IconVerticalSolidList"/>
    <dgm:cxn modelId="{A733D659-2E90-411F-8D09-FFED050BB98C}" type="presParOf" srcId="{4FE3DAA7-4D94-4CA9-8616-5B0B16BAF09E}" destId="{FCAF6A4B-2781-4B02-8BD2-5AA29429FA38}" srcOrd="0" destOrd="0" presId="urn:microsoft.com/office/officeart/2018/2/layout/IconVerticalSolidList"/>
    <dgm:cxn modelId="{C74D8DAC-FB82-4E92-9D0F-06ECC10B4A25}" type="presParOf" srcId="{4FE3DAA7-4D94-4CA9-8616-5B0B16BAF09E}" destId="{F59727F4-C5EB-4BA8-B24B-0A95DE846587}" srcOrd="1" destOrd="0" presId="urn:microsoft.com/office/officeart/2018/2/layout/IconVerticalSolidList"/>
    <dgm:cxn modelId="{7E95517B-AB68-4632-A164-496E21E907D6}" type="presParOf" srcId="{4FE3DAA7-4D94-4CA9-8616-5B0B16BAF09E}" destId="{D5DA3F12-5978-48B9-B730-C80A77D7F4EE}" srcOrd="2" destOrd="0" presId="urn:microsoft.com/office/officeart/2018/2/layout/IconVerticalSolidList"/>
    <dgm:cxn modelId="{994A7C53-B6C0-4345-948C-9A586DCC25AF}" type="presParOf" srcId="{4FE3DAA7-4D94-4CA9-8616-5B0B16BAF09E}" destId="{0E5C6CED-9068-4879-AC5A-2CFFE007F12B}" srcOrd="3" destOrd="0" presId="urn:microsoft.com/office/officeart/2018/2/layout/IconVerticalSolidList"/>
    <dgm:cxn modelId="{5AFE8387-3235-4271-A3C6-20E282D1AEEB}" type="presParOf" srcId="{F027ADE1-5B5A-49CA-AB86-0C3090062BC0}" destId="{13DDC7EB-2F5A-4EB4-84F7-FB5E88D44B8D}" srcOrd="3" destOrd="0" presId="urn:microsoft.com/office/officeart/2018/2/layout/IconVerticalSolidList"/>
    <dgm:cxn modelId="{822FF9B1-6AB4-44BA-AEBF-DC3E18DA205E}" type="presParOf" srcId="{F027ADE1-5B5A-49CA-AB86-0C3090062BC0}" destId="{55AEFB01-EA69-4155-9DF2-EB191E0DBFC0}" srcOrd="4" destOrd="0" presId="urn:microsoft.com/office/officeart/2018/2/layout/IconVerticalSolidList"/>
    <dgm:cxn modelId="{C1972A6F-BD35-4EC4-AABF-A45D328226C4}" type="presParOf" srcId="{55AEFB01-EA69-4155-9DF2-EB191E0DBFC0}" destId="{42F7D78D-C9B8-49AA-BC07-DBAAD70B6311}" srcOrd="0" destOrd="0" presId="urn:microsoft.com/office/officeart/2018/2/layout/IconVerticalSolidList"/>
    <dgm:cxn modelId="{4C43BE23-FE82-4B3D-9020-11090C9EE6AB}" type="presParOf" srcId="{55AEFB01-EA69-4155-9DF2-EB191E0DBFC0}" destId="{F5D634EA-4D22-43F0-A86C-C14C3917ACB7}" srcOrd="1" destOrd="0" presId="urn:microsoft.com/office/officeart/2018/2/layout/IconVerticalSolidList"/>
    <dgm:cxn modelId="{C2A06B20-8C9C-4FAC-9520-3CB88A612A3B}" type="presParOf" srcId="{55AEFB01-EA69-4155-9DF2-EB191E0DBFC0}" destId="{FB6F86C4-F8F8-4CB9-BDCF-8DF301EC473E}" srcOrd="2" destOrd="0" presId="urn:microsoft.com/office/officeart/2018/2/layout/IconVerticalSolidList"/>
    <dgm:cxn modelId="{3F3B723F-5AD8-4642-AAEC-674917A62704}" type="presParOf" srcId="{55AEFB01-EA69-4155-9DF2-EB191E0DBFC0}" destId="{0DAE9614-A30A-4CA3-8529-DA890BD89AF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08D58E0-2299-408C-8FD0-C042447DAE1C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AE30C9E-3F17-4210-ADA1-BDC78D7C6340}">
      <dgm:prSet/>
      <dgm:spPr/>
      <dgm:t>
        <a:bodyPr/>
        <a:lstStyle/>
        <a:p>
          <a:r>
            <a:rPr lang="en-US"/>
            <a:t>Title</a:t>
          </a:r>
        </a:p>
      </dgm:t>
    </dgm:pt>
    <dgm:pt modelId="{CE4A7F70-F0A4-4F41-AEAB-38DA3C8A8924}" type="parTrans" cxnId="{457279FD-9A87-43CB-8429-0D4491B4646D}">
      <dgm:prSet/>
      <dgm:spPr/>
      <dgm:t>
        <a:bodyPr/>
        <a:lstStyle/>
        <a:p>
          <a:endParaRPr lang="en-US"/>
        </a:p>
      </dgm:t>
    </dgm:pt>
    <dgm:pt modelId="{EABA9A40-8D1B-45CB-80B3-E459F6D7766D}" type="sibTrans" cxnId="{457279FD-9A87-43CB-8429-0D4491B4646D}">
      <dgm:prSet/>
      <dgm:spPr/>
      <dgm:t>
        <a:bodyPr/>
        <a:lstStyle/>
        <a:p>
          <a:endParaRPr lang="en-US"/>
        </a:p>
      </dgm:t>
    </dgm:pt>
    <dgm:pt modelId="{DB251A83-C8A9-464C-B168-A2D285F45FB7}">
      <dgm:prSet/>
      <dgm:spPr/>
      <dgm:t>
        <a:bodyPr/>
        <a:lstStyle/>
        <a:p>
          <a:r>
            <a:rPr lang="en-US"/>
            <a:t>Context</a:t>
          </a:r>
        </a:p>
      </dgm:t>
    </dgm:pt>
    <dgm:pt modelId="{4B1D5D25-92E0-4C25-9B08-241A2DDB0537}" type="parTrans" cxnId="{BC04A54B-3C29-4B51-B9D2-DB640FA73943}">
      <dgm:prSet/>
      <dgm:spPr/>
      <dgm:t>
        <a:bodyPr/>
        <a:lstStyle/>
        <a:p>
          <a:endParaRPr lang="en-US"/>
        </a:p>
      </dgm:t>
    </dgm:pt>
    <dgm:pt modelId="{3AFD6B6E-A585-412C-9541-5BE7B9168AEB}" type="sibTrans" cxnId="{BC04A54B-3C29-4B51-B9D2-DB640FA73943}">
      <dgm:prSet/>
      <dgm:spPr/>
      <dgm:t>
        <a:bodyPr/>
        <a:lstStyle/>
        <a:p>
          <a:endParaRPr lang="en-US"/>
        </a:p>
      </dgm:t>
    </dgm:pt>
    <dgm:pt modelId="{F87D7AFE-6A26-49D4-946D-FFEE8BF2D30F}">
      <dgm:prSet/>
      <dgm:spPr/>
      <dgm:t>
        <a:bodyPr/>
        <a:lstStyle/>
        <a:p>
          <a:r>
            <a:rPr lang="en-US"/>
            <a:t>Question</a:t>
          </a:r>
        </a:p>
      </dgm:t>
    </dgm:pt>
    <dgm:pt modelId="{94E67238-43CE-42D1-87D6-6AE115B519C7}" type="parTrans" cxnId="{5D85D379-5D93-4916-BCFC-A817B759448D}">
      <dgm:prSet/>
      <dgm:spPr/>
      <dgm:t>
        <a:bodyPr/>
        <a:lstStyle/>
        <a:p>
          <a:endParaRPr lang="en-US"/>
        </a:p>
      </dgm:t>
    </dgm:pt>
    <dgm:pt modelId="{12E5169D-70CF-4515-AAA3-3271BFFD5B11}" type="sibTrans" cxnId="{5D85D379-5D93-4916-BCFC-A817B759448D}">
      <dgm:prSet/>
      <dgm:spPr/>
      <dgm:t>
        <a:bodyPr/>
        <a:lstStyle/>
        <a:p>
          <a:endParaRPr lang="en-US"/>
        </a:p>
      </dgm:t>
    </dgm:pt>
    <dgm:pt modelId="{804E6525-3947-4AAC-AB0C-4E0AA68110A8}">
      <dgm:prSet/>
      <dgm:spPr/>
      <dgm:t>
        <a:bodyPr/>
        <a:lstStyle/>
        <a:p>
          <a:r>
            <a:rPr lang="en-US"/>
            <a:t>Answer</a:t>
          </a:r>
        </a:p>
      </dgm:t>
    </dgm:pt>
    <dgm:pt modelId="{89AC4F83-557B-4424-8439-F3FB0B158DC3}" type="parTrans" cxnId="{7F88D079-DAEB-4C90-971A-E7C1D4E96E85}">
      <dgm:prSet/>
      <dgm:spPr/>
      <dgm:t>
        <a:bodyPr/>
        <a:lstStyle/>
        <a:p>
          <a:endParaRPr lang="en-US"/>
        </a:p>
      </dgm:t>
    </dgm:pt>
    <dgm:pt modelId="{6C49E722-A883-4F13-8941-E27FF1628651}" type="sibTrans" cxnId="{7F88D079-DAEB-4C90-971A-E7C1D4E96E85}">
      <dgm:prSet/>
      <dgm:spPr/>
      <dgm:t>
        <a:bodyPr/>
        <a:lstStyle/>
        <a:p>
          <a:endParaRPr lang="en-US"/>
        </a:p>
      </dgm:t>
    </dgm:pt>
    <dgm:pt modelId="{FF5AFBCE-D064-415A-97F4-59F7AEF2C2E4}">
      <dgm:prSet/>
      <dgm:spPr/>
      <dgm:t>
        <a:bodyPr/>
        <a:lstStyle/>
        <a:p>
          <a:r>
            <a:rPr lang="en-US"/>
            <a:t>Is_impossible</a:t>
          </a:r>
        </a:p>
      </dgm:t>
    </dgm:pt>
    <dgm:pt modelId="{48F6A2BB-2F64-4B28-822E-FBBA129ED5BE}" type="parTrans" cxnId="{000282D3-C376-40BE-93A1-76DD62260DE0}">
      <dgm:prSet/>
      <dgm:spPr/>
      <dgm:t>
        <a:bodyPr/>
        <a:lstStyle/>
        <a:p>
          <a:endParaRPr lang="en-US"/>
        </a:p>
      </dgm:t>
    </dgm:pt>
    <dgm:pt modelId="{0FFF0DBF-F4F5-4899-BD9E-B452298A1C75}" type="sibTrans" cxnId="{000282D3-C376-40BE-93A1-76DD62260DE0}">
      <dgm:prSet/>
      <dgm:spPr/>
      <dgm:t>
        <a:bodyPr/>
        <a:lstStyle/>
        <a:p>
          <a:endParaRPr lang="en-US"/>
        </a:p>
      </dgm:t>
    </dgm:pt>
    <dgm:pt modelId="{2B0FC597-D3C6-4B46-8651-AA2FBF4F477C}">
      <dgm:prSet/>
      <dgm:spPr/>
      <dgm:t>
        <a:bodyPr/>
        <a:lstStyle/>
        <a:p>
          <a:r>
            <a:rPr lang="en-US"/>
            <a:t>Answer_categories</a:t>
          </a:r>
        </a:p>
      </dgm:t>
    </dgm:pt>
    <dgm:pt modelId="{5F9ABCB1-8FCE-4588-8AD5-382E7A7A0F02}" type="parTrans" cxnId="{E0DC325E-2E38-4C19-ACA8-F7DE42E054E9}">
      <dgm:prSet/>
      <dgm:spPr/>
      <dgm:t>
        <a:bodyPr/>
        <a:lstStyle/>
        <a:p>
          <a:endParaRPr lang="en-US"/>
        </a:p>
      </dgm:t>
    </dgm:pt>
    <dgm:pt modelId="{84C78F2D-5214-4D18-A3B5-CA9C24AE3703}" type="sibTrans" cxnId="{E0DC325E-2E38-4C19-ACA8-F7DE42E054E9}">
      <dgm:prSet/>
      <dgm:spPr/>
      <dgm:t>
        <a:bodyPr/>
        <a:lstStyle/>
        <a:p>
          <a:endParaRPr lang="en-US"/>
        </a:p>
      </dgm:t>
    </dgm:pt>
    <dgm:pt modelId="{490B9BD6-B866-4490-865D-FF3405F6FC18}">
      <dgm:prSet/>
      <dgm:spPr/>
      <dgm:t>
        <a:bodyPr/>
        <a:lstStyle/>
        <a:p>
          <a:r>
            <a:rPr lang="en-US"/>
            <a:t>Difficulty</a:t>
          </a:r>
        </a:p>
      </dgm:t>
    </dgm:pt>
    <dgm:pt modelId="{09E1189F-FFEF-4289-9E8B-B31B5F12AFB6}" type="parTrans" cxnId="{EE8FC447-3328-4EF5-B48C-32C8FD22857F}">
      <dgm:prSet/>
      <dgm:spPr/>
      <dgm:t>
        <a:bodyPr/>
        <a:lstStyle/>
        <a:p>
          <a:endParaRPr lang="en-US"/>
        </a:p>
      </dgm:t>
    </dgm:pt>
    <dgm:pt modelId="{8BBF2F70-7791-4737-82FB-F9AA776735C2}" type="sibTrans" cxnId="{EE8FC447-3328-4EF5-B48C-32C8FD22857F}">
      <dgm:prSet/>
      <dgm:spPr/>
      <dgm:t>
        <a:bodyPr/>
        <a:lstStyle/>
        <a:p>
          <a:endParaRPr lang="en-US"/>
        </a:p>
      </dgm:t>
    </dgm:pt>
    <dgm:pt modelId="{0F3AD7B2-2A75-474D-A206-8A0A878742D6}">
      <dgm:prSet/>
      <dgm:spPr/>
      <dgm:t>
        <a:bodyPr/>
        <a:lstStyle/>
        <a:p>
          <a:r>
            <a:rPr lang="en-US"/>
            <a:t>Cluster</a:t>
          </a:r>
        </a:p>
      </dgm:t>
    </dgm:pt>
    <dgm:pt modelId="{CB0B9501-4D08-474E-873B-B5B5242F7390}" type="parTrans" cxnId="{6E7989FA-61F5-42CD-A5D3-2A6893D0612A}">
      <dgm:prSet/>
      <dgm:spPr/>
      <dgm:t>
        <a:bodyPr/>
        <a:lstStyle/>
        <a:p>
          <a:endParaRPr lang="en-US"/>
        </a:p>
      </dgm:t>
    </dgm:pt>
    <dgm:pt modelId="{AB9BE695-0104-4A5D-8A61-85FBB2950119}" type="sibTrans" cxnId="{6E7989FA-61F5-42CD-A5D3-2A6893D0612A}">
      <dgm:prSet/>
      <dgm:spPr/>
      <dgm:t>
        <a:bodyPr/>
        <a:lstStyle/>
        <a:p>
          <a:endParaRPr lang="en-US"/>
        </a:p>
      </dgm:t>
    </dgm:pt>
    <dgm:pt modelId="{CDA1C9F7-E955-4231-9EF5-E3865B89757B}">
      <dgm:prSet/>
      <dgm:spPr/>
      <dgm:t>
        <a:bodyPr/>
        <a:lstStyle/>
        <a:p>
          <a:r>
            <a:rPr lang="en-US"/>
            <a:t>X</a:t>
          </a:r>
        </a:p>
      </dgm:t>
    </dgm:pt>
    <dgm:pt modelId="{FC65A709-6012-4DA0-BF04-1904D689E227}" type="parTrans" cxnId="{F50C68C9-B15E-47D0-A6D4-D20FD8DB0AE1}">
      <dgm:prSet/>
      <dgm:spPr/>
      <dgm:t>
        <a:bodyPr/>
        <a:lstStyle/>
        <a:p>
          <a:endParaRPr lang="en-US"/>
        </a:p>
      </dgm:t>
    </dgm:pt>
    <dgm:pt modelId="{1B55577E-B90B-4303-85C8-6D0B8279281A}" type="sibTrans" cxnId="{F50C68C9-B15E-47D0-A6D4-D20FD8DB0AE1}">
      <dgm:prSet/>
      <dgm:spPr/>
      <dgm:t>
        <a:bodyPr/>
        <a:lstStyle/>
        <a:p>
          <a:endParaRPr lang="en-US"/>
        </a:p>
      </dgm:t>
    </dgm:pt>
    <dgm:pt modelId="{A8386407-7090-4288-B179-2C1CB74A7C75}">
      <dgm:prSet/>
      <dgm:spPr/>
      <dgm:t>
        <a:bodyPr/>
        <a:lstStyle/>
        <a:p>
          <a:r>
            <a:rPr lang="en-IN"/>
            <a:t>Y</a:t>
          </a:r>
          <a:endParaRPr lang="en-US"/>
        </a:p>
      </dgm:t>
    </dgm:pt>
    <dgm:pt modelId="{CD50BA01-0944-4506-B2CE-260290E945C6}" type="parTrans" cxnId="{8567D935-D185-44F8-BD5B-A435B759C8F4}">
      <dgm:prSet/>
      <dgm:spPr/>
      <dgm:t>
        <a:bodyPr/>
        <a:lstStyle/>
        <a:p>
          <a:endParaRPr lang="en-US"/>
        </a:p>
      </dgm:t>
    </dgm:pt>
    <dgm:pt modelId="{D124CBE8-0A44-4709-960E-890BD56E338E}" type="sibTrans" cxnId="{8567D935-D185-44F8-BD5B-A435B759C8F4}">
      <dgm:prSet/>
      <dgm:spPr/>
      <dgm:t>
        <a:bodyPr/>
        <a:lstStyle/>
        <a:p>
          <a:endParaRPr lang="en-US"/>
        </a:p>
      </dgm:t>
    </dgm:pt>
    <dgm:pt modelId="{E28D3A1F-7E6E-45C5-909C-2582837AA9B6}" type="pres">
      <dgm:prSet presAssocID="{208D58E0-2299-408C-8FD0-C042447DAE1C}" presName="diagram" presStyleCnt="0">
        <dgm:presLayoutVars>
          <dgm:dir/>
          <dgm:resizeHandles val="exact"/>
        </dgm:presLayoutVars>
      </dgm:prSet>
      <dgm:spPr/>
    </dgm:pt>
    <dgm:pt modelId="{366CFC4E-9555-4299-B685-73ABFDAC5B7F}" type="pres">
      <dgm:prSet presAssocID="{FAE30C9E-3F17-4210-ADA1-BDC78D7C6340}" presName="node" presStyleLbl="node1" presStyleIdx="0" presStyleCnt="10">
        <dgm:presLayoutVars>
          <dgm:bulletEnabled val="1"/>
        </dgm:presLayoutVars>
      </dgm:prSet>
      <dgm:spPr/>
    </dgm:pt>
    <dgm:pt modelId="{2772FF2F-CC53-4B58-A0A2-0977FC91DE17}" type="pres">
      <dgm:prSet presAssocID="{EABA9A40-8D1B-45CB-80B3-E459F6D7766D}" presName="sibTrans" presStyleCnt="0"/>
      <dgm:spPr/>
    </dgm:pt>
    <dgm:pt modelId="{F480890B-E99A-4D1D-81B4-38E79263C1A1}" type="pres">
      <dgm:prSet presAssocID="{DB251A83-C8A9-464C-B168-A2D285F45FB7}" presName="node" presStyleLbl="node1" presStyleIdx="1" presStyleCnt="10">
        <dgm:presLayoutVars>
          <dgm:bulletEnabled val="1"/>
        </dgm:presLayoutVars>
      </dgm:prSet>
      <dgm:spPr/>
    </dgm:pt>
    <dgm:pt modelId="{4DBC1B9C-2FC4-49D1-B22A-B3FF96B4A86A}" type="pres">
      <dgm:prSet presAssocID="{3AFD6B6E-A585-412C-9541-5BE7B9168AEB}" presName="sibTrans" presStyleCnt="0"/>
      <dgm:spPr/>
    </dgm:pt>
    <dgm:pt modelId="{0FC0D575-37D0-4C2D-8765-7BAA73071594}" type="pres">
      <dgm:prSet presAssocID="{F87D7AFE-6A26-49D4-946D-FFEE8BF2D30F}" presName="node" presStyleLbl="node1" presStyleIdx="2" presStyleCnt="10">
        <dgm:presLayoutVars>
          <dgm:bulletEnabled val="1"/>
        </dgm:presLayoutVars>
      </dgm:prSet>
      <dgm:spPr/>
    </dgm:pt>
    <dgm:pt modelId="{CFF05C77-C873-4F04-A93A-F71DFB9522BB}" type="pres">
      <dgm:prSet presAssocID="{12E5169D-70CF-4515-AAA3-3271BFFD5B11}" presName="sibTrans" presStyleCnt="0"/>
      <dgm:spPr/>
    </dgm:pt>
    <dgm:pt modelId="{B45ABEB6-C1F1-493F-B7CA-2757F718759D}" type="pres">
      <dgm:prSet presAssocID="{804E6525-3947-4AAC-AB0C-4E0AA68110A8}" presName="node" presStyleLbl="node1" presStyleIdx="3" presStyleCnt="10">
        <dgm:presLayoutVars>
          <dgm:bulletEnabled val="1"/>
        </dgm:presLayoutVars>
      </dgm:prSet>
      <dgm:spPr/>
    </dgm:pt>
    <dgm:pt modelId="{B282815C-BF85-42D6-A712-DD7E2C6209DC}" type="pres">
      <dgm:prSet presAssocID="{6C49E722-A883-4F13-8941-E27FF1628651}" presName="sibTrans" presStyleCnt="0"/>
      <dgm:spPr/>
    </dgm:pt>
    <dgm:pt modelId="{E7C3B679-1271-4D04-8E32-1E599D395E69}" type="pres">
      <dgm:prSet presAssocID="{FF5AFBCE-D064-415A-97F4-59F7AEF2C2E4}" presName="node" presStyleLbl="node1" presStyleIdx="4" presStyleCnt="10">
        <dgm:presLayoutVars>
          <dgm:bulletEnabled val="1"/>
        </dgm:presLayoutVars>
      </dgm:prSet>
      <dgm:spPr/>
    </dgm:pt>
    <dgm:pt modelId="{BD20E7A6-8591-459D-99F0-8D6092775A72}" type="pres">
      <dgm:prSet presAssocID="{0FFF0DBF-F4F5-4899-BD9E-B452298A1C75}" presName="sibTrans" presStyleCnt="0"/>
      <dgm:spPr/>
    </dgm:pt>
    <dgm:pt modelId="{0282EA22-9A21-4339-8000-3C7BD0BF8885}" type="pres">
      <dgm:prSet presAssocID="{2B0FC597-D3C6-4B46-8651-AA2FBF4F477C}" presName="node" presStyleLbl="node1" presStyleIdx="5" presStyleCnt="10">
        <dgm:presLayoutVars>
          <dgm:bulletEnabled val="1"/>
        </dgm:presLayoutVars>
      </dgm:prSet>
      <dgm:spPr/>
    </dgm:pt>
    <dgm:pt modelId="{CCBC035F-294C-4EF9-80E5-CE2E9B343AA1}" type="pres">
      <dgm:prSet presAssocID="{84C78F2D-5214-4D18-A3B5-CA9C24AE3703}" presName="sibTrans" presStyleCnt="0"/>
      <dgm:spPr/>
    </dgm:pt>
    <dgm:pt modelId="{D17BBFCC-BF64-4A1E-997C-54C40B4DD968}" type="pres">
      <dgm:prSet presAssocID="{490B9BD6-B866-4490-865D-FF3405F6FC18}" presName="node" presStyleLbl="node1" presStyleIdx="6" presStyleCnt="10">
        <dgm:presLayoutVars>
          <dgm:bulletEnabled val="1"/>
        </dgm:presLayoutVars>
      </dgm:prSet>
      <dgm:spPr/>
    </dgm:pt>
    <dgm:pt modelId="{52046902-6B9D-4E6B-9395-C0AA813B6DD3}" type="pres">
      <dgm:prSet presAssocID="{8BBF2F70-7791-4737-82FB-F9AA776735C2}" presName="sibTrans" presStyleCnt="0"/>
      <dgm:spPr/>
    </dgm:pt>
    <dgm:pt modelId="{ABFD72CA-3DC7-4268-9CFD-514AE97272D9}" type="pres">
      <dgm:prSet presAssocID="{0F3AD7B2-2A75-474D-A206-8A0A878742D6}" presName="node" presStyleLbl="node1" presStyleIdx="7" presStyleCnt="10">
        <dgm:presLayoutVars>
          <dgm:bulletEnabled val="1"/>
        </dgm:presLayoutVars>
      </dgm:prSet>
      <dgm:spPr/>
    </dgm:pt>
    <dgm:pt modelId="{112B42DA-F062-48DB-B13F-C154123CD8BB}" type="pres">
      <dgm:prSet presAssocID="{AB9BE695-0104-4A5D-8A61-85FBB2950119}" presName="sibTrans" presStyleCnt="0"/>
      <dgm:spPr/>
    </dgm:pt>
    <dgm:pt modelId="{796F8CB8-38B0-4719-9667-49C16276F6C8}" type="pres">
      <dgm:prSet presAssocID="{CDA1C9F7-E955-4231-9EF5-E3865B89757B}" presName="node" presStyleLbl="node1" presStyleIdx="8" presStyleCnt="10">
        <dgm:presLayoutVars>
          <dgm:bulletEnabled val="1"/>
        </dgm:presLayoutVars>
      </dgm:prSet>
      <dgm:spPr/>
    </dgm:pt>
    <dgm:pt modelId="{B83B2F5E-9033-41BB-AA27-29780E4F00B3}" type="pres">
      <dgm:prSet presAssocID="{1B55577E-B90B-4303-85C8-6D0B8279281A}" presName="sibTrans" presStyleCnt="0"/>
      <dgm:spPr/>
    </dgm:pt>
    <dgm:pt modelId="{E101BAF7-3A87-4A84-B1BE-2DE62C00FF66}" type="pres">
      <dgm:prSet presAssocID="{A8386407-7090-4288-B179-2C1CB74A7C75}" presName="node" presStyleLbl="node1" presStyleIdx="9" presStyleCnt="10">
        <dgm:presLayoutVars>
          <dgm:bulletEnabled val="1"/>
        </dgm:presLayoutVars>
      </dgm:prSet>
      <dgm:spPr/>
    </dgm:pt>
  </dgm:ptLst>
  <dgm:cxnLst>
    <dgm:cxn modelId="{0CBADF0D-5D5B-4385-9B6E-B67F17FDE119}" type="presOf" srcId="{804E6525-3947-4AAC-AB0C-4E0AA68110A8}" destId="{B45ABEB6-C1F1-493F-B7CA-2757F718759D}" srcOrd="0" destOrd="0" presId="urn:microsoft.com/office/officeart/2005/8/layout/default"/>
    <dgm:cxn modelId="{2F19BE16-23EA-44E2-9BEB-99805F03E081}" type="presOf" srcId="{DB251A83-C8A9-464C-B168-A2D285F45FB7}" destId="{F480890B-E99A-4D1D-81B4-38E79263C1A1}" srcOrd="0" destOrd="0" presId="urn:microsoft.com/office/officeart/2005/8/layout/default"/>
    <dgm:cxn modelId="{8567D935-D185-44F8-BD5B-A435B759C8F4}" srcId="{208D58E0-2299-408C-8FD0-C042447DAE1C}" destId="{A8386407-7090-4288-B179-2C1CB74A7C75}" srcOrd="9" destOrd="0" parTransId="{CD50BA01-0944-4506-B2CE-260290E945C6}" sibTransId="{D124CBE8-0A44-4709-960E-890BD56E338E}"/>
    <dgm:cxn modelId="{4CFBFD35-D07E-4899-AE0F-A31B2F0756D7}" type="presOf" srcId="{0F3AD7B2-2A75-474D-A206-8A0A878742D6}" destId="{ABFD72CA-3DC7-4268-9CFD-514AE97272D9}" srcOrd="0" destOrd="0" presId="urn:microsoft.com/office/officeart/2005/8/layout/default"/>
    <dgm:cxn modelId="{ED4AA540-78FF-459E-B9D2-418ADBF9EC65}" type="presOf" srcId="{FAE30C9E-3F17-4210-ADA1-BDC78D7C6340}" destId="{366CFC4E-9555-4299-B685-73ABFDAC5B7F}" srcOrd="0" destOrd="0" presId="urn:microsoft.com/office/officeart/2005/8/layout/default"/>
    <dgm:cxn modelId="{BAA7F85C-4382-4906-8273-DF1D64C7A187}" type="presOf" srcId="{2B0FC597-D3C6-4B46-8651-AA2FBF4F477C}" destId="{0282EA22-9A21-4339-8000-3C7BD0BF8885}" srcOrd="0" destOrd="0" presId="urn:microsoft.com/office/officeart/2005/8/layout/default"/>
    <dgm:cxn modelId="{E0DC325E-2E38-4C19-ACA8-F7DE42E054E9}" srcId="{208D58E0-2299-408C-8FD0-C042447DAE1C}" destId="{2B0FC597-D3C6-4B46-8651-AA2FBF4F477C}" srcOrd="5" destOrd="0" parTransId="{5F9ABCB1-8FCE-4588-8AD5-382E7A7A0F02}" sibTransId="{84C78F2D-5214-4D18-A3B5-CA9C24AE3703}"/>
    <dgm:cxn modelId="{EE8FC447-3328-4EF5-B48C-32C8FD22857F}" srcId="{208D58E0-2299-408C-8FD0-C042447DAE1C}" destId="{490B9BD6-B866-4490-865D-FF3405F6FC18}" srcOrd="6" destOrd="0" parTransId="{09E1189F-FFEF-4289-9E8B-B31B5F12AFB6}" sibTransId="{8BBF2F70-7791-4737-82FB-F9AA776735C2}"/>
    <dgm:cxn modelId="{BC04A54B-3C29-4B51-B9D2-DB640FA73943}" srcId="{208D58E0-2299-408C-8FD0-C042447DAE1C}" destId="{DB251A83-C8A9-464C-B168-A2D285F45FB7}" srcOrd="1" destOrd="0" parTransId="{4B1D5D25-92E0-4C25-9B08-241A2DDB0537}" sibTransId="{3AFD6B6E-A585-412C-9541-5BE7B9168AEB}"/>
    <dgm:cxn modelId="{6E144678-9C6B-448C-A4E2-FBEAE46FBBEA}" type="presOf" srcId="{CDA1C9F7-E955-4231-9EF5-E3865B89757B}" destId="{796F8CB8-38B0-4719-9667-49C16276F6C8}" srcOrd="0" destOrd="0" presId="urn:microsoft.com/office/officeart/2005/8/layout/default"/>
    <dgm:cxn modelId="{7F88D079-DAEB-4C90-971A-E7C1D4E96E85}" srcId="{208D58E0-2299-408C-8FD0-C042447DAE1C}" destId="{804E6525-3947-4AAC-AB0C-4E0AA68110A8}" srcOrd="3" destOrd="0" parTransId="{89AC4F83-557B-4424-8439-F3FB0B158DC3}" sibTransId="{6C49E722-A883-4F13-8941-E27FF1628651}"/>
    <dgm:cxn modelId="{5D85D379-5D93-4916-BCFC-A817B759448D}" srcId="{208D58E0-2299-408C-8FD0-C042447DAE1C}" destId="{F87D7AFE-6A26-49D4-946D-FFEE8BF2D30F}" srcOrd="2" destOrd="0" parTransId="{94E67238-43CE-42D1-87D6-6AE115B519C7}" sibTransId="{12E5169D-70CF-4515-AAA3-3271BFFD5B11}"/>
    <dgm:cxn modelId="{93BACF93-E95A-4ABA-8190-D5330701F707}" type="presOf" srcId="{208D58E0-2299-408C-8FD0-C042447DAE1C}" destId="{E28D3A1F-7E6E-45C5-909C-2582837AA9B6}" srcOrd="0" destOrd="0" presId="urn:microsoft.com/office/officeart/2005/8/layout/default"/>
    <dgm:cxn modelId="{268265A6-F8C4-40C3-8D2F-E118CE8D2CC7}" type="presOf" srcId="{FF5AFBCE-D064-415A-97F4-59F7AEF2C2E4}" destId="{E7C3B679-1271-4D04-8E32-1E599D395E69}" srcOrd="0" destOrd="0" presId="urn:microsoft.com/office/officeart/2005/8/layout/default"/>
    <dgm:cxn modelId="{F96819AA-1E08-43C7-9736-B83DFB981222}" type="presOf" srcId="{A8386407-7090-4288-B179-2C1CB74A7C75}" destId="{E101BAF7-3A87-4A84-B1BE-2DE62C00FF66}" srcOrd="0" destOrd="0" presId="urn:microsoft.com/office/officeart/2005/8/layout/default"/>
    <dgm:cxn modelId="{C14512C9-8750-46E7-98DE-C480A9B9A730}" type="presOf" srcId="{F87D7AFE-6A26-49D4-946D-FFEE8BF2D30F}" destId="{0FC0D575-37D0-4C2D-8765-7BAA73071594}" srcOrd="0" destOrd="0" presId="urn:microsoft.com/office/officeart/2005/8/layout/default"/>
    <dgm:cxn modelId="{F50C68C9-B15E-47D0-A6D4-D20FD8DB0AE1}" srcId="{208D58E0-2299-408C-8FD0-C042447DAE1C}" destId="{CDA1C9F7-E955-4231-9EF5-E3865B89757B}" srcOrd="8" destOrd="0" parTransId="{FC65A709-6012-4DA0-BF04-1904D689E227}" sibTransId="{1B55577E-B90B-4303-85C8-6D0B8279281A}"/>
    <dgm:cxn modelId="{000282D3-C376-40BE-93A1-76DD62260DE0}" srcId="{208D58E0-2299-408C-8FD0-C042447DAE1C}" destId="{FF5AFBCE-D064-415A-97F4-59F7AEF2C2E4}" srcOrd="4" destOrd="0" parTransId="{48F6A2BB-2F64-4B28-822E-FBBA129ED5BE}" sibTransId="{0FFF0DBF-F4F5-4899-BD9E-B452298A1C75}"/>
    <dgm:cxn modelId="{8D6823F6-C6D2-4EE8-BDE5-C29D05955D9F}" type="presOf" srcId="{490B9BD6-B866-4490-865D-FF3405F6FC18}" destId="{D17BBFCC-BF64-4A1E-997C-54C40B4DD968}" srcOrd="0" destOrd="0" presId="urn:microsoft.com/office/officeart/2005/8/layout/default"/>
    <dgm:cxn modelId="{6E7989FA-61F5-42CD-A5D3-2A6893D0612A}" srcId="{208D58E0-2299-408C-8FD0-C042447DAE1C}" destId="{0F3AD7B2-2A75-474D-A206-8A0A878742D6}" srcOrd="7" destOrd="0" parTransId="{CB0B9501-4D08-474E-873B-B5B5242F7390}" sibTransId="{AB9BE695-0104-4A5D-8A61-85FBB2950119}"/>
    <dgm:cxn modelId="{457279FD-9A87-43CB-8429-0D4491B4646D}" srcId="{208D58E0-2299-408C-8FD0-C042447DAE1C}" destId="{FAE30C9E-3F17-4210-ADA1-BDC78D7C6340}" srcOrd="0" destOrd="0" parTransId="{CE4A7F70-F0A4-4F41-AEAB-38DA3C8A8924}" sibTransId="{EABA9A40-8D1B-45CB-80B3-E459F6D7766D}"/>
    <dgm:cxn modelId="{DEB274A3-9AD5-43D4-9821-BC950649275A}" type="presParOf" srcId="{E28D3A1F-7E6E-45C5-909C-2582837AA9B6}" destId="{366CFC4E-9555-4299-B685-73ABFDAC5B7F}" srcOrd="0" destOrd="0" presId="urn:microsoft.com/office/officeart/2005/8/layout/default"/>
    <dgm:cxn modelId="{E6CDB77D-291C-47FD-8F61-28973BCEA5BC}" type="presParOf" srcId="{E28D3A1F-7E6E-45C5-909C-2582837AA9B6}" destId="{2772FF2F-CC53-4B58-A0A2-0977FC91DE17}" srcOrd="1" destOrd="0" presId="urn:microsoft.com/office/officeart/2005/8/layout/default"/>
    <dgm:cxn modelId="{962DCEA8-2014-4FB8-BB80-CD093AFAAF56}" type="presParOf" srcId="{E28D3A1F-7E6E-45C5-909C-2582837AA9B6}" destId="{F480890B-E99A-4D1D-81B4-38E79263C1A1}" srcOrd="2" destOrd="0" presId="urn:microsoft.com/office/officeart/2005/8/layout/default"/>
    <dgm:cxn modelId="{4254EFA6-1835-4259-B4A0-058C6B428655}" type="presParOf" srcId="{E28D3A1F-7E6E-45C5-909C-2582837AA9B6}" destId="{4DBC1B9C-2FC4-49D1-B22A-B3FF96B4A86A}" srcOrd="3" destOrd="0" presId="urn:microsoft.com/office/officeart/2005/8/layout/default"/>
    <dgm:cxn modelId="{993F0E5D-70D5-47AF-AED4-781CDE3C68E4}" type="presParOf" srcId="{E28D3A1F-7E6E-45C5-909C-2582837AA9B6}" destId="{0FC0D575-37D0-4C2D-8765-7BAA73071594}" srcOrd="4" destOrd="0" presId="urn:microsoft.com/office/officeart/2005/8/layout/default"/>
    <dgm:cxn modelId="{1A06A523-3A2B-49B7-A255-C75CE06378FF}" type="presParOf" srcId="{E28D3A1F-7E6E-45C5-909C-2582837AA9B6}" destId="{CFF05C77-C873-4F04-A93A-F71DFB9522BB}" srcOrd="5" destOrd="0" presId="urn:microsoft.com/office/officeart/2005/8/layout/default"/>
    <dgm:cxn modelId="{AF645D78-FA16-4E7D-A644-88D1DEEABD92}" type="presParOf" srcId="{E28D3A1F-7E6E-45C5-909C-2582837AA9B6}" destId="{B45ABEB6-C1F1-493F-B7CA-2757F718759D}" srcOrd="6" destOrd="0" presId="urn:microsoft.com/office/officeart/2005/8/layout/default"/>
    <dgm:cxn modelId="{C6FB640D-EDB8-496A-92EE-696BE13618AC}" type="presParOf" srcId="{E28D3A1F-7E6E-45C5-909C-2582837AA9B6}" destId="{B282815C-BF85-42D6-A712-DD7E2C6209DC}" srcOrd="7" destOrd="0" presId="urn:microsoft.com/office/officeart/2005/8/layout/default"/>
    <dgm:cxn modelId="{E3041DDC-697B-417C-BB7E-A40784D7CC39}" type="presParOf" srcId="{E28D3A1F-7E6E-45C5-909C-2582837AA9B6}" destId="{E7C3B679-1271-4D04-8E32-1E599D395E69}" srcOrd="8" destOrd="0" presId="urn:microsoft.com/office/officeart/2005/8/layout/default"/>
    <dgm:cxn modelId="{A34E672E-752B-480E-9907-87BF6893DE3A}" type="presParOf" srcId="{E28D3A1F-7E6E-45C5-909C-2582837AA9B6}" destId="{BD20E7A6-8591-459D-99F0-8D6092775A72}" srcOrd="9" destOrd="0" presId="urn:microsoft.com/office/officeart/2005/8/layout/default"/>
    <dgm:cxn modelId="{6940B8E8-AA7B-4723-8411-534F8A5FBE04}" type="presParOf" srcId="{E28D3A1F-7E6E-45C5-909C-2582837AA9B6}" destId="{0282EA22-9A21-4339-8000-3C7BD0BF8885}" srcOrd="10" destOrd="0" presId="urn:microsoft.com/office/officeart/2005/8/layout/default"/>
    <dgm:cxn modelId="{0CBBA818-C15A-4176-91E3-5F78F09A831C}" type="presParOf" srcId="{E28D3A1F-7E6E-45C5-909C-2582837AA9B6}" destId="{CCBC035F-294C-4EF9-80E5-CE2E9B343AA1}" srcOrd="11" destOrd="0" presId="urn:microsoft.com/office/officeart/2005/8/layout/default"/>
    <dgm:cxn modelId="{F5C560D9-634F-4CAB-8D81-D2DB589E366A}" type="presParOf" srcId="{E28D3A1F-7E6E-45C5-909C-2582837AA9B6}" destId="{D17BBFCC-BF64-4A1E-997C-54C40B4DD968}" srcOrd="12" destOrd="0" presId="urn:microsoft.com/office/officeart/2005/8/layout/default"/>
    <dgm:cxn modelId="{E6E07836-DEB3-42B3-84BA-62D4BA229102}" type="presParOf" srcId="{E28D3A1F-7E6E-45C5-909C-2582837AA9B6}" destId="{52046902-6B9D-4E6B-9395-C0AA813B6DD3}" srcOrd="13" destOrd="0" presId="urn:microsoft.com/office/officeart/2005/8/layout/default"/>
    <dgm:cxn modelId="{33C1907C-3E55-45AF-BC5F-25C47B4AECE8}" type="presParOf" srcId="{E28D3A1F-7E6E-45C5-909C-2582837AA9B6}" destId="{ABFD72CA-3DC7-4268-9CFD-514AE97272D9}" srcOrd="14" destOrd="0" presId="urn:microsoft.com/office/officeart/2005/8/layout/default"/>
    <dgm:cxn modelId="{81FBA629-AFDB-47A5-9526-F59463508506}" type="presParOf" srcId="{E28D3A1F-7E6E-45C5-909C-2582837AA9B6}" destId="{112B42DA-F062-48DB-B13F-C154123CD8BB}" srcOrd="15" destOrd="0" presId="urn:microsoft.com/office/officeart/2005/8/layout/default"/>
    <dgm:cxn modelId="{D86B5214-E26E-439B-8B7A-554EA8050BB4}" type="presParOf" srcId="{E28D3A1F-7E6E-45C5-909C-2582837AA9B6}" destId="{796F8CB8-38B0-4719-9667-49C16276F6C8}" srcOrd="16" destOrd="0" presId="urn:microsoft.com/office/officeart/2005/8/layout/default"/>
    <dgm:cxn modelId="{D09D5302-CD12-4668-B6CD-E61D52EDCAF4}" type="presParOf" srcId="{E28D3A1F-7E6E-45C5-909C-2582837AA9B6}" destId="{B83B2F5E-9033-41BB-AA27-29780E4F00B3}" srcOrd="17" destOrd="0" presId="urn:microsoft.com/office/officeart/2005/8/layout/default"/>
    <dgm:cxn modelId="{152269E4-79B8-4306-AF6A-C50DA791B1F2}" type="presParOf" srcId="{E28D3A1F-7E6E-45C5-909C-2582837AA9B6}" destId="{E101BAF7-3A87-4A84-B1BE-2DE62C00FF66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19073DF-F352-4FB7-B145-4BA2A8369AF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2C122FF-DC91-40AF-B4A5-033C29CCC53A}">
      <dgm:prSet/>
      <dgm:spPr/>
      <dgm:t>
        <a:bodyPr/>
        <a:lstStyle/>
        <a:p>
          <a:r>
            <a:rPr lang="en-US"/>
            <a:t>Data Processing</a:t>
          </a:r>
        </a:p>
      </dgm:t>
    </dgm:pt>
    <dgm:pt modelId="{B6ADE523-A6C5-4116-9529-646C005357BD}" type="parTrans" cxnId="{17F41156-0353-4AD0-97FC-ECB658A2B8D5}">
      <dgm:prSet/>
      <dgm:spPr/>
      <dgm:t>
        <a:bodyPr/>
        <a:lstStyle/>
        <a:p>
          <a:endParaRPr lang="en-US"/>
        </a:p>
      </dgm:t>
    </dgm:pt>
    <dgm:pt modelId="{84099BA4-A507-428E-A214-9216A1376A3E}" type="sibTrans" cxnId="{17F41156-0353-4AD0-97FC-ECB658A2B8D5}">
      <dgm:prSet/>
      <dgm:spPr/>
      <dgm:t>
        <a:bodyPr/>
        <a:lstStyle/>
        <a:p>
          <a:endParaRPr lang="en-US"/>
        </a:p>
      </dgm:t>
    </dgm:pt>
    <dgm:pt modelId="{08348F97-B37A-450B-A0AB-FD364F062350}">
      <dgm:prSet/>
      <dgm:spPr/>
      <dgm:t>
        <a:bodyPr/>
        <a:lstStyle/>
        <a:p>
          <a:r>
            <a:rPr lang="en-US"/>
            <a:t>Usage of json library to efficiently process the dataset without loosing its characteristics</a:t>
          </a:r>
        </a:p>
      </dgm:t>
    </dgm:pt>
    <dgm:pt modelId="{3A136DEC-BE79-447F-962F-BEA72DC8EA4B}" type="parTrans" cxnId="{A4FDD9B7-E290-4437-BA8D-42B751C9366E}">
      <dgm:prSet/>
      <dgm:spPr/>
      <dgm:t>
        <a:bodyPr/>
        <a:lstStyle/>
        <a:p>
          <a:endParaRPr lang="en-US"/>
        </a:p>
      </dgm:t>
    </dgm:pt>
    <dgm:pt modelId="{5CB60D67-E44E-492E-89FA-1FDBC8E1ABE6}" type="sibTrans" cxnId="{A4FDD9B7-E290-4437-BA8D-42B751C9366E}">
      <dgm:prSet/>
      <dgm:spPr/>
      <dgm:t>
        <a:bodyPr/>
        <a:lstStyle/>
        <a:p>
          <a:endParaRPr lang="en-US"/>
        </a:p>
      </dgm:t>
    </dgm:pt>
    <dgm:pt modelId="{656E2660-7CA0-4AC7-8AD3-8001CFD8F83C}">
      <dgm:prSet/>
      <dgm:spPr/>
      <dgm:t>
        <a:bodyPr/>
        <a:lstStyle/>
        <a:p>
          <a:r>
            <a:rPr lang="en-US" dirty="0"/>
            <a:t>Change in Visualizations for better representations with details</a:t>
          </a:r>
        </a:p>
      </dgm:t>
    </dgm:pt>
    <dgm:pt modelId="{5AA7EBD4-8740-48B1-93E0-D24BB3632F84}" type="parTrans" cxnId="{7BA8F6A6-00BB-49FE-81F9-3E8CD1044545}">
      <dgm:prSet/>
      <dgm:spPr/>
      <dgm:t>
        <a:bodyPr/>
        <a:lstStyle/>
        <a:p>
          <a:endParaRPr lang="en-US"/>
        </a:p>
      </dgm:t>
    </dgm:pt>
    <dgm:pt modelId="{6D9F6F21-16E2-48C3-BDCD-F81B8670ACEF}" type="sibTrans" cxnId="{7BA8F6A6-00BB-49FE-81F9-3E8CD1044545}">
      <dgm:prSet/>
      <dgm:spPr/>
      <dgm:t>
        <a:bodyPr/>
        <a:lstStyle/>
        <a:p>
          <a:endParaRPr lang="en-US"/>
        </a:p>
      </dgm:t>
    </dgm:pt>
    <dgm:pt modelId="{76074DFD-249B-42A1-A245-5D5D3AD9039D}">
      <dgm:prSet/>
      <dgm:spPr/>
      <dgm:t>
        <a:bodyPr/>
        <a:lstStyle/>
        <a:p>
          <a:r>
            <a:rPr lang="en-US" dirty="0"/>
            <a:t>Trouble-shooting training by configuring resources:</a:t>
          </a:r>
        </a:p>
      </dgm:t>
    </dgm:pt>
    <dgm:pt modelId="{4CC431DD-E7E5-47C1-8485-FDFB4B2BC7A8}" type="parTrans" cxnId="{545128C6-39CC-4E85-BAAF-79F41A119C48}">
      <dgm:prSet/>
      <dgm:spPr/>
      <dgm:t>
        <a:bodyPr/>
        <a:lstStyle/>
        <a:p>
          <a:endParaRPr lang="en-US"/>
        </a:p>
      </dgm:t>
    </dgm:pt>
    <dgm:pt modelId="{96BECFA7-FE42-47D3-82AA-70405199C718}" type="sibTrans" cxnId="{545128C6-39CC-4E85-BAAF-79F41A119C48}">
      <dgm:prSet/>
      <dgm:spPr/>
      <dgm:t>
        <a:bodyPr/>
        <a:lstStyle/>
        <a:p>
          <a:endParaRPr lang="en-US"/>
        </a:p>
      </dgm:t>
    </dgm:pt>
    <dgm:pt modelId="{E0266E30-1D14-4C18-A16E-011A776006CD}">
      <dgm:prSet/>
      <dgm:spPr/>
      <dgm:t>
        <a:bodyPr/>
        <a:lstStyle/>
        <a:p>
          <a:r>
            <a:rPr lang="en-IN" dirty="0"/>
            <a:t>CPU &amp; GPU</a:t>
          </a:r>
          <a:endParaRPr lang="en-US" dirty="0"/>
        </a:p>
      </dgm:t>
    </dgm:pt>
    <dgm:pt modelId="{3BD12CF3-2E46-4C1C-8CC5-D938BF6A9E78}" type="parTrans" cxnId="{C471775A-0DBB-47E1-9246-26968D2EFAC8}">
      <dgm:prSet/>
      <dgm:spPr/>
      <dgm:t>
        <a:bodyPr/>
        <a:lstStyle/>
        <a:p>
          <a:endParaRPr lang="en-US"/>
        </a:p>
      </dgm:t>
    </dgm:pt>
    <dgm:pt modelId="{D5A3D958-22ED-4BA9-919A-BC9F4F7F669B}" type="sibTrans" cxnId="{C471775A-0DBB-47E1-9246-26968D2EFAC8}">
      <dgm:prSet/>
      <dgm:spPr/>
      <dgm:t>
        <a:bodyPr/>
        <a:lstStyle/>
        <a:p>
          <a:endParaRPr lang="en-US"/>
        </a:p>
      </dgm:t>
    </dgm:pt>
    <dgm:pt modelId="{B5421612-033A-4245-AFCD-DBA93D38019A}">
      <dgm:prSet/>
      <dgm:spPr/>
      <dgm:t>
        <a:bodyPr/>
        <a:lstStyle/>
        <a:p>
          <a:r>
            <a:rPr lang="en-IN" dirty="0"/>
            <a:t>CPU</a:t>
          </a:r>
          <a:endParaRPr lang="en-US" dirty="0"/>
        </a:p>
      </dgm:t>
    </dgm:pt>
    <dgm:pt modelId="{9395A456-C01A-4B46-AD2E-1652F26649C7}" type="parTrans" cxnId="{6611A280-0035-47B2-BA46-283963A379A1}">
      <dgm:prSet/>
      <dgm:spPr/>
      <dgm:t>
        <a:bodyPr/>
        <a:lstStyle/>
        <a:p>
          <a:endParaRPr lang="en-US"/>
        </a:p>
      </dgm:t>
    </dgm:pt>
    <dgm:pt modelId="{48BEE776-B37F-4DE6-81CD-392926FD1405}" type="sibTrans" cxnId="{6611A280-0035-47B2-BA46-283963A379A1}">
      <dgm:prSet/>
      <dgm:spPr/>
      <dgm:t>
        <a:bodyPr/>
        <a:lstStyle/>
        <a:p>
          <a:endParaRPr lang="en-US"/>
        </a:p>
      </dgm:t>
    </dgm:pt>
    <dgm:pt modelId="{EBADA88B-D176-45E9-8077-14A0A5496129}">
      <dgm:prSet/>
      <dgm:spPr/>
      <dgm:t>
        <a:bodyPr/>
        <a:lstStyle/>
        <a:p>
          <a:r>
            <a:rPr lang="en-IN"/>
            <a:t>Testing scores based on different models, and hardware resource utilization during training on the split dataset</a:t>
          </a:r>
          <a:endParaRPr lang="en-US"/>
        </a:p>
      </dgm:t>
    </dgm:pt>
    <dgm:pt modelId="{A9359AAD-8705-41BA-9EF8-DF02726BEFED}" type="parTrans" cxnId="{9C5F07BA-E013-4139-B17B-4DD089DD0E75}">
      <dgm:prSet/>
      <dgm:spPr/>
      <dgm:t>
        <a:bodyPr/>
        <a:lstStyle/>
        <a:p>
          <a:endParaRPr lang="en-US"/>
        </a:p>
      </dgm:t>
    </dgm:pt>
    <dgm:pt modelId="{EE96BA7A-7A36-455A-9204-7CB115E0CF5F}" type="sibTrans" cxnId="{9C5F07BA-E013-4139-B17B-4DD089DD0E75}">
      <dgm:prSet/>
      <dgm:spPr/>
      <dgm:t>
        <a:bodyPr/>
        <a:lstStyle/>
        <a:p>
          <a:endParaRPr lang="en-US"/>
        </a:p>
      </dgm:t>
    </dgm:pt>
    <dgm:pt modelId="{4B1B17E7-4E74-49AF-A3E5-14095784F711}">
      <dgm:prSet/>
      <dgm:spPr/>
      <dgm:t>
        <a:bodyPr/>
        <a:lstStyle/>
        <a:p>
          <a:r>
            <a:rPr lang="en-US" dirty="0"/>
            <a:t>Better clustering by the help of sampling from the primary data set</a:t>
          </a:r>
        </a:p>
      </dgm:t>
    </dgm:pt>
    <dgm:pt modelId="{E4CBB5BF-ECF6-4E35-AE36-9C52F73E8764}" type="parTrans" cxnId="{AFBD60FE-3ACA-4275-B65B-F1530CFD1FD3}">
      <dgm:prSet/>
      <dgm:spPr/>
      <dgm:t>
        <a:bodyPr/>
        <a:lstStyle/>
        <a:p>
          <a:endParaRPr lang="en-IN"/>
        </a:p>
      </dgm:t>
    </dgm:pt>
    <dgm:pt modelId="{122A1718-ADB1-4F67-A027-A1B6C5CCA8F3}" type="sibTrans" cxnId="{AFBD60FE-3ACA-4275-B65B-F1530CFD1FD3}">
      <dgm:prSet/>
      <dgm:spPr/>
      <dgm:t>
        <a:bodyPr/>
        <a:lstStyle/>
        <a:p>
          <a:endParaRPr lang="en-IN"/>
        </a:p>
      </dgm:t>
    </dgm:pt>
    <dgm:pt modelId="{80002CC3-21BC-4C31-A1AE-4D251FBCC31A}" type="pres">
      <dgm:prSet presAssocID="{819073DF-F352-4FB7-B145-4BA2A8369AF8}" presName="linear" presStyleCnt="0">
        <dgm:presLayoutVars>
          <dgm:animLvl val="lvl"/>
          <dgm:resizeHandles val="exact"/>
        </dgm:presLayoutVars>
      </dgm:prSet>
      <dgm:spPr/>
    </dgm:pt>
    <dgm:pt modelId="{E3742529-9A35-47A7-8818-99770CBE9596}" type="pres">
      <dgm:prSet presAssocID="{12C122FF-DC91-40AF-B4A5-033C29CCC53A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3DCAA4E7-6451-4DC6-9D2E-6022419A5F6F}" type="pres">
      <dgm:prSet presAssocID="{84099BA4-A507-428E-A214-9216A1376A3E}" presName="spacer" presStyleCnt="0"/>
      <dgm:spPr/>
    </dgm:pt>
    <dgm:pt modelId="{2458CFAC-CEBC-450D-8D58-2B1630A59AA6}" type="pres">
      <dgm:prSet presAssocID="{08348F97-B37A-450B-A0AB-FD364F062350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62949485-42D1-43EB-9846-8FD9C4C7001D}" type="pres">
      <dgm:prSet presAssocID="{5CB60D67-E44E-492E-89FA-1FDBC8E1ABE6}" presName="spacer" presStyleCnt="0"/>
      <dgm:spPr/>
    </dgm:pt>
    <dgm:pt modelId="{D291E3B9-FE3F-40BA-996A-00E190EC02FF}" type="pres">
      <dgm:prSet presAssocID="{656E2660-7CA0-4AC7-8AD3-8001CFD8F83C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0792276A-C6C7-4B63-9C2E-6128FC5F8135}" type="pres">
      <dgm:prSet presAssocID="{6D9F6F21-16E2-48C3-BDCD-F81B8670ACEF}" presName="spacer" presStyleCnt="0"/>
      <dgm:spPr/>
    </dgm:pt>
    <dgm:pt modelId="{83714624-B486-47B9-9840-69274AFF3FB7}" type="pres">
      <dgm:prSet presAssocID="{4B1B17E7-4E74-49AF-A3E5-14095784F71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967D0B6-FDDA-4BF2-BB8D-1E84A7C4AE02}" type="pres">
      <dgm:prSet presAssocID="{122A1718-ADB1-4F67-A027-A1B6C5CCA8F3}" presName="spacer" presStyleCnt="0"/>
      <dgm:spPr/>
    </dgm:pt>
    <dgm:pt modelId="{9653F7F5-C752-40A2-8D20-6B6019F15F1E}" type="pres">
      <dgm:prSet presAssocID="{76074DFD-249B-42A1-A245-5D5D3AD9039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1F26B6D8-F4C9-4782-849F-B9AC989869EC}" type="pres">
      <dgm:prSet presAssocID="{76074DFD-249B-42A1-A245-5D5D3AD9039D}" presName="childText" presStyleLbl="revTx" presStyleIdx="0" presStyleCnt="1">
        <dgm:presLayoutVars>
          <dgm:bulletEnabled val="1"/>
        </dgm:presLayoutVars>
      </dgm:prSet>
      <dgm:spPr/>
    </dgm:pt>
    <dgm:pt modelId="{6CCDDC82-D956-4934-A365-D1E0D66103EC}" type="pres">
      <dgm:prSet presAssocID="{EBADA88B-D176-45E9-8077-14A0A5496129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2DE52D1A-A8C5-40C2-8CF8-5646BEE6E5DE}" type="presOf" srcId="{76074DFD-249B-42A1-A245-5D5D3AD9039D}" destId="{9653F7F5-C752-40A2-8D20-6B6019F15F1E}" srcOrd="0" destOrd="0" presId="urn:microsoft.com/office/officeart/2005/8/layout/vList2"/>
    <dgm:cxn modelId="{545F832D-9F79-4AA9-BCE9-80D8FAF692FE}" type="presOf" srcId="{656E2660-7CA0-4AC7-8AD3-8001CFD8F83C}" destId="{D291E3B9-FE3F-40BA-996A-00E190EC02FF}" srcOrd="0" destOrd="0" presId="urn:microsoft.com/office/officeart/2005/8/layout/vList2"/>
    <dgm:cxn modelId="{BCC9014D-9637-4324-89E9-0D0A0503F8C5}" type="presOf" srcId="{B5421612-033A-4245-AFCD-DBA93D38019A}" destId="{1F26B6D8-F4C9-4782-849F-B9AC989869EC}" srcOrd="0" destOrd="1" presId="urn:microsoft.com/office/officeart/2005/8/layout/vList2"/>
    <dgm:cxn modelId="{17F41156-0353-4AD0-97FC-ECB658A2B8D5}" srcId="{819073DF-F352-4FB7-B145-4BA2A8369AF8}" destId="{12C122FF-DC91-40AF-B4A5-033C29CCC53A}" srcOrd="0" destOrd="0" parTransId="{B6ADE523-A6C5-4116-9529-646C005357BD}" sibTransId="{84099BA4-A507-428E-A214-9216A1376A3E}"/>
    <dgm:cxn modelId="{C471775A-0DBB-47E1-9246-26968D2EFAC8}" srcId="{76074DFD-249B-42A1-A245-5D5D3AD9039D}" destId="{E0266E30-1D14-4C18-A16E-011A776006CD}" srcOrd="0" destOrd="0" parTransId="{3BD12CF3-2E46-4C1C-8CC5-D938BF6A9E78}" sibTransId="{D5A3D958-22ED-4BA9-919A-BC9F4F7F669B}"/>
    <dgm:cxn modelId="{30AC6D7D-018C-4EC6-B35E-D93B17646C5B}" type="presOf" srcId="{08348F97-B37A-450B-A0AB-FD364F062350}" destId="{2458CFAC-CEBC-450D-8D58-2B1630A59AA6}" srcOrd="0" destOrd="0" presId="urn:microsoft.com/office/officeart/2005/8/layout/vList2"/>
    <dgm:cxn modelId="{85E6D27E-EA9E-4931-9DB1-D467E9C967C0}" type="presOf" srcId="{E0266E30-1D14-4C18-A16E-011A776006CD}" destId="{1F26B6D8-F4C9-4782-849F-B9AC989869EC}" srcOrd="0" destOrd="0" presId="urn:microsoft.com/office/officeart/2005/8/layout/vList2"/>
    <dgm:cxn modelId="{6611A280-0035-47B2-BA46-283963A379A1}" srcId="{76074DFD-249B-42A1-A245-5D5D3AD9039D}" destId="{B5421612-033A-4245-AFCD-DBA93D38019A}" srcOrd="1" destOrd="0" parTransId="{9395A456-C01A-4B46-AD2E-1652F26649C7}" sibTransId="{48BEE776-B37F-4DE6-81CD-392926FD1405}"/>
    <dgm:cxn modelId="{81C8859F-0DD8-42B0-AB86-76228D2FA9F9}" type="presOf" srcId="{12C122FF-DC91-40AF-B4A5-033C29CCC53A}" destId="{E3742529-9A35-47A7-8818-99770CBE9596}" srcOrd="0" destOrd="0" presId="urn:microsoft.com/office/officeart/2005/8/layout/vList2"/>
    <dgm:cxn modelId="{7BA8F6A6-00BB-49FE-81F9-3E8CD1044545}" srcId="{819073DF-F352-4FB7-B145-4BA2A8369AF8}" destId="{656E2660-7CA0-4AC7-8AD3-8001CFD8F83C}" srcOrd="2" destOrd="0" parTransId="{5AA7EBD4-8740-48B1-93E0-D24BB3632F84}" sibTransId="{6D9F6F21-16E2-48C3-BDCD-F81B8670ACEF}"/>
    <dgm:cxn modelId="{CD104DAF-2B92-49E8-A04E-E4E34B54B6FF}" type="presOf" srcId="{4B1B17E7-4E74-49AF-A3E5-14095784F711}" destId="{83714624-B486-47B9-9840-69274AFF3FB7}" srcOrd="0" destOrd="0" presId="urn:microsoft.com/office/officeart/2005/8/layout/vList2"/>
    <dgm:cxn modelId="{A4FDD9B7-E290-4437-BA8D-42B751C9366E}" srcId="{819073DF-F352-4FB7-B145-4BA2A8369AF8}" destId="{08348F97-B37A-450B-A0AB-FD364F062350}" srcOrd="1" destOrd="0" parTransId="{3A136DEC-BE79-447F-962F-BEA72DC8EA4B}" sibTransId="{5CB60D67-E44E-492E-89FA-1FDBC8E1ABE6}"/>
    <dgm:cxn modelId="{9C5F07BA-E013-4139-B17B-4DD089DD0E75}" srcId="{819073DF-F352-4FB7-B145-4BA2A8369AF8}" destId="{EBADA88B-D176-45E9-8077-14A0A5496129}" srcOrd="5" destOrd="0" parTransId="{A9359AAD-8705-41BA-9EF8-DF02726BEFED}" sibTransId="{EE96BA7A-7A36-455A-9204-7CB115E0CF5F}"/>
    <dgm:cxn modelId="{545128C6-39CC-4E85-BAAF-79F41A119C48}" srcId="{819073DF-F352-4FB7-B145-4BA2A8369AF8}" destId="{76074DFD-249B-42A1-A245-5D5D3AD9039D}" srcOrd="4" destOrd="0" parTransId="{4CC431DD-E7E5-47C1-8485-FDFB4B2BC7A8}" sibTransId="{96BECFA7-FE42-47D3-82AA-70405199C718}"/>
    <dgm:cxn modelId="{2E5C7AFD-9586-4EF9-9BDD-7219B11C4B29}" type="presOf" srcId="{819073DF-F352-4FB7-B145-4BA2A8369AF8}" destId="{80002CC3-21BC-4C31-A1AE-4D251FBCC31A}" srcOrd="0" destOrd="0" presId="urn:microsoft.com/office/officeart/2005/8/layout/vList2"/>
    <dgm:cxn modelId="{AFBD60FE-3ACA-4275-B65B-F1530CFD1FD3}" srcId="{819073DF-F352-4FB7-B145-4BA2A8369AF8}" destId="{4B1B17E7-4E74-49AF-A3E5-14095784F711}" srcOrd="3" destOrd="0" parTransId="{E4CBB5BF-ECF6-4E35-AE36-9C52F73E8764}" sibTransId="{122A1718-ADB1-4F67-A027-A1B6C5CCA8F3}"/>
    <dgm:cxn modelId="{0F1FF5FE-1A94-41DB-AD37-DFEC03FE0C0B}" type="presOf" srcId="{EBADA88B-D176-45E9-8077-14A0A5496129}" destId="{6CCDDC82-D956-4934-A365-D1E0D66103EC}" srcOrd="0" destOrd="0" presId="urn:microsoft.com/office/officeart/2005/8/layout/vList2"/>
    <dgm:cxn modelId="{705F6F38-3A10-41C7-B0AE-F8C02A3A6140}" type="presParOf" srcId="{80002CC3-21BC-4C31-A1AE-4D251FBCC31A}" destId="{E3742529-9A35-47A7-8818-99770CBE9596}" srcOrd="0" destOrd="0" presId="urn:microsoft.com/office/officeart/2005/8/layout/vList2"/>
    <dgm:cxn modelId="{C7E4A416-8A39-44F5-B86A-DD6AE9447E86}" type="presParOf" srcId="{80002CC3-21BC-4C31-A1AE-4D251FBCC31A}" destId="{3DCAA4E7-6451-4DC6-9D2E-6022419A5F6F}" srcOrd="1" destOrd="0" presId="urn:microsoft.com/office/officeart/2005/8/layout/vList2"/>
    <dgm:cxn modelId="{8F91C845-67A7-4B5E-81BB-6AD1747088D6}" type="presParOf" srcId="{80002CC3-21BC-4C31-A1AE-4D251FBCC31A}" destId="{2458CFAC-CEBC-450D-8D58-2B1630A59AA6}" srcOrd="2" destOrd="0" presId="urn:microsoft.com/office/officeart/2005/8/layout/vList2"/>
    <dgm:cxn modelId="{87F5143C-7252-40AB-A62C-B1454A6C7372}" type="presParOf" srcId="{80002CC3-21BC-4C31-A1AE-4D251FBCC31A}" destId="{62949485-42D1-43EB-9846-8FD9C4C7001D}" srcOrd="3" destOrd="0" presId="urn:microsoft.com/office/officeart/2005/8/layout/vList2"/>
    <dgm:cxn modelId="{2E70D5A5-7E52-41CA-8198-70E2EE44A61E}" type="presParOf" srcId="{80002CC3-21BC-4C31-A1AE-4D251FBCC31A}" destId="{D291E3B9-FE3F-40BA-996A-00E190EC02FF}" srcOrd="4" destOrd="0" presId="urn:microsoft.com/office/officeart/2005/8/layout/vList2"/>
    <dgm:cxn modelId="{49E230F5-CCFD-44D6-B885-4FB88FAB0886}" type="presParOf" srcId="{80002CC3-21BC-4C31-A1AE-4D251FBCC31A}" destId="{0792276A-C6C7-4B63-9C2E-6128FC5F8135}" srcOrd="5" destOrd="0" presId="urn:microsoft.com/office/officeart/2005/8/layout/vList2"/>
    <dgm:cxn modelId="{AA0BC5EA-2F27-42D0-8AA2-F59FE3C2C815}" type="presParOf" srcId="{80002CC3-21BC-4C31-A1AE-4D251FBCC31A}" destId="{83714624-B486-47B9-9840-69274AFF3FB7}" srcOrd="6" destOrd="0" presId="urn:microsoft.com/office/officeart/2005/8/layout/vList2"/>
    <dgm:cxn modelId="{0AB2A797-4FED-4461-BCE8-7F8FFBF3A98B}" type="presParOf" srcId="{80002CC3-21BC-4C31-A1AE-4D251FBCC31A}" destId="{1967D0B6-FDDA-4BF2-BB8D-1E84A7C4AE02}" srcOrd="7" destOrd="0" presId="urn:microsoft.com/office/officeart/2005/8/layout/vList2"/>
    <dgm:cxn modelId="{9A0E1864-DBB5-499E-BB56-B32649DE4D08}" type="presParOf" srcId="{80002CC3-21BC-4C31-A1AE-4D251FBCC31A}" destId="{9653F7F5-C752-40A2-8D20-6B6019F15F1E}" srcOrd="8" destOrd="0" presId="urn:microsoft.com/office/officeart/2005/8/layout/vList2"/>
    <dgm:cxn modelId="{9BAA7EA3-8293-4EC2-A6D2-FE1AA369B1AB}" type="presParOf" srcId="{80002CC3-21BC-4C31-A1AE-4D251FBCC31A}" destId="{1F26B6D8-F4C9-4782-849F-B9AC989869EC}" srcOrd="9" destOrd="0" presId="urn:microsoft.com/office/officeart/2005/8/layout/vList2"/>
    <dgm:cxn modelId="{9E72B9A5-DACD-496C-98AA-84B47EF3AB97}" type="presParOf" srcId="{80002CC3-21BC-4C31-A1AE-4D251FBCC31A}" destId="{6CCDDC82-D956-4934-A365-D1E0D66103EC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96A106A-AF14-4CCA-83FD-CDB1DDAF5327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34F7B12-151B-409A-9D0A-18050B52FDD8}">
      <dgm:prSet/>
      <dgm:spPr/>
      <dgm:t>
        <a:bodyPr/>
        <a:lstStyle/>
        <a:p>
          <a:r>
            <a:rPr lang="en-US"/>
            <a:t>1</a:t>
          </a:r>
          <a:r>
            <a:rPr lang="en-US" baseline="30000"/>
            <a:t>st</a:t>
          </a:r>
          <a:r>
            <a:rPr lang="en-US"/>
            <a:t> Case: 2.15%</a:t>
          </a:r>
        </a:p>
      </dgm:t>
    </dgm:pt>
    <dgm:pt modelId="{690B27D6-8B2F-4F91-959F-96D20E9ED641}" type="parTrans" cxnId="{CCE745F3-76D4-4852-B2A3-3800570D6BCF}">
      <dgm:prSet/>
      <dgm:spPr/>
      <dgm:t>
        <a:bodyPr/>
        <a:lstStyle/>
        <a:p>
          <a:endParaRPr lang="en-US"/>
        </a:p>
      </dgm:t>
    </dgm:pt>
    <dgm:pt modelId="{78145519-A8AE-43BB-90B5-16E984726DB0}" type="sibTrans" cxnId="{CCE745F3-76D4-4852-B2A3-3800570D6BCF}">
      <dgm:prSet/>
      <dgm:spPr/>
      <dgm:t>
        <a:bodyPr/>
        <a:lstStyle/>
        <a:p>
          <a:endParaRPr lang="en-US"/>
        </a:p>
      </dgm:t>
    </dgm:pt>
    <dgm:pt modelId="{13474B9B-CD79-417D-A262-61A73E97FA32}">
      <dgm:prSet/>
      <dgm:spPr/>
      <dgm:t>
        <a:bodyPr/>
        <a:lstStyle/>
        <a:p>
          <a:r>
            <a:rPr lang="en-US"/>
            <a:t>2</a:t>
          </a:r>
          <a:r>
            <a:rPr lang="en-US" baseline="30000"/>
            <a:t>nd</a:t>
          </a:r>
          <a:r>
            <a:rPr lang="en-US"/>
            <a:t> Case: 16.68%</a:t>
          </a:r>
        </a:p>
      </dgm:t>
    </dgm:pt>
    <dgm:pt modelId="{6591CAA6-B874-4F62-A926-CA9C744654A6}" type="parTrans" cxnId="{073AB443-5AF3-4DC2-B836-665924D0A840}">
      <dgm:prSet/>
      <dgm:spPr/>
      <dgm:t>
        <a:bodyPr/>
        <a:lstStyle/>
        <a:p>
          <a:endParaRPr lang="en-US"/>
        </a:p>
      </dgm:t>
    </dgm:pt>
    <dgm:pt modelId="{287D4F9A-A89B-404C-8F68-DEB4F9878579}" type="sibTrans" cxnId="{073AB443-5AF3-4DC2-B836-665924D0A840}">
      <dgm:prSet/>
      <dgm:spPr/>
      <dgm:t>
        <a:bodyPr/>
        <a:lstStyle/>
        <a:p>
          <a:endParaRPr lang="en-US"/>
        </a:p>
      </dgm:t>
    </dgm:pt>
    <dgm:pt modelId="{8C5905FC-AC0A-47FA-BC43-6019660EAB8B}">
      <dgm:prSet/>
      <dgm:spPr/>
      <dgm:t>
        <a:bodyPr/>
        <a:lstStyle/>
        <a:p>
          <a:r>
            <a:rPr lang="en-US"/>
            <a:t>3</a:t>
          </a:r>
          <a:r>
            <a:rPr lang="en-US" baseline="30000"/>
            <a:t>rd</a:t>
          </a:r>
          <a:r>
            <a:rPr lang="en-US"/>
            <a:t> Case:  9.15%</a:t>
          </a:r>
        </a:p>
      </dgm:t>
    </dgm:pt>
    <dgm:pt modelId="{27F781D3-BC38-4FEA-873A-D93E33EDC453}" type="parTrans" cxnId="{6E43F988-DC75-4D7D-A551-172B6EAA8A39}">
      <dgm:prSet/>
      <dgm:spPr/>
      <dgm:t>
        <a:bodyPr/>
        <a:lstStyle/>
        <a:p>
          <a:endParaRPr lang="en-US"/>
        </a:p>
      </dgm:t>
    </dgm:pt>
    <dgm:pt modelId="{A90BADC7-9059-4203-A3C8-19C5F5B0BC28}" type="sibTrans" cxnId="{6E43F988-DC75-4D7D-A551-172B6EAA8A39}">
      <dgm:prSet/>
      <dgm:spPr/>
      <dgm:t>
        <a:bodyPr/>
        <a:lstStyle/>
        <a:p>
          <a:endParaRPr lang="en-US"/>
        </a:p>
      </dgm:t>
    </dgm:pt>
    <dgm:pt modelId="{B0C3AEC6-AD2F-40E4-8154-FCC0D31EB897}">
      <dgm:prSet/>
      <dgm:spPr/>
      <dgm:t>
        <a:bodyPr/>
        <a:lstStyle/>
        <a:p>
          <a:r>
            <a:rPr lang="en-US"/>
            <a:t>4</a:t>
          </a:r>
          <a:r>
            <a:rPr lang="en-US" baseline="30000"/>
            <a:t>th</a:t>
          </a:r>
          <a:r>
            <a:rPr lang="en-US"/>
            <a:t> Case: 11.80%</a:t>
          </a:r>
        </a:p>
      </dgm:t>
    </dgm:pt>
    <dgm:pt modelId="{D34FD497-DD4E-45D6-95F5-BA239ED20C3D}" type="parTrans" cxnId="{FEB3CEBA-EB23-4089-A438-02C09BC1C28F}">
      <dgm:prSet/>
      <dgm:spPr/>
      <dgm:t>
        <a:bodyPr/>
        <a:lstStyle/>
        <a:p>
          <a:endParaRPr lang="en-US"/>
        </a:p>
      </dgm:t>
    </dgm:pt>
    <dgm:pt modelId="{4E1F0158-14B6-47B8-9D4A-4A9CCCF2ABB5}" type="sibTrans" cxnId="{FEB3CEBA-EB23-4089-A438-02C09BC1C28F}">
      <dgm:prSet/>
      <dgm:spPr/>
      <dgm:t>
        <a:bodyPr/>
        <a:lstStyle/>
        <a:p>
          <a:endParaRPr lang="en-US"/>
        </a:p>
      </dgm:t>
    </dgm:pt>
    <dgm:pt modelId="{0A564F8D-3BA6-4CE5-8D61-0ED2BF84693A}">
      <dgm:prSet/>
      <dgm:spPr/>
      <dgm:t>
        <a:bodyPr/>
        <a:lstStyle/>
        <a:p>
          <a:r>
            <a:rPr lang="en-US"/>
            <a:t>5</a:t>
          </a:r>
          <a:r>
            <a:rPr lang="en-US" baseline="30000"/>
            <a:t>th</a:t>
          </a:r>
          <a:r>
            <a:rPr lang="en-US"/>
            <a:t> Case: 10.60%</a:t>
          </a:r>
        </a:p>
      </dgm:t>
    </dgm:pt>
    <dgm:pt modelId="{F2625DA0-669F-4B25-9ADC-696E56313DFA}" type="parTrans" cxnId="{BA5E456E-1D12-4C0A-9C56-8333E86E8A89}">
      <dgm:prSet/>
      <dgm:spPr/>
      <dgm:t>
        <a:bodyPr/>
        <a:lstStyle/>
        <a:p>
          <a:endParaRPr lang="en-US"/>
        </a:p>
      </dgm:t>
    </dgm:pt>
    <dgm:pt modelId="{243087E2-AEDD-495C-8B9D-0B17671A5996}" type="sibTrans" cxnId="{BA5E456E-1D12-4C0A-9C56-8333E86E8A89}">
      <dgm:prSet/>
      <dgm:spPr/>
      <dgm:t>
        <a:bodyPr/>
        <a:lstStyle/>
        <a:p>
          <a:endParaRPr lang="en-US"/>
        </a:p>
      </dgm:t>
    </dgm:pt>
    <dgm:pt modelId="{89EF4751-E3BA-4C23-879A-55C66CB61A94}">
      <dgm:prSet/>
      <dgm:spPr/>
      <dgm:t>
        <a:bodyPr/>
        <a:lstStyle/>
        <a:p>
          <a:r>
            <a:rPr lang="en-US"/>
            <a:t>Best Case: TBA (ETA: 33 hrs. approx.)</a:t>
          </a:r>
        </a:p>
      </dgm:t>
    </dgm:pt>
    <dgm:pt modelId="{5E5C8CBB-0287-4E84-AF5D-9A71AC75AD80}" type="parTrans" cxnId="{A8F9AF33-54B8-42F6-86D5-83BD5A900C7D}">
      <dgm:prSet/>
      <dgm:spPr/>
      <dgm:t>
        <a:bodyPr/>
        <a:lstStyle/>
        <a:p>
          <a:endParaRPr lang="en-US"/>
        </a:p>
      </dgm:t>
    </dgm:pt>
    <dgm:pt modelId="{24705C49-47E8-430E-A8A9-1158510DE107}" type="sibTrans" cxnId="{A8F9AF33-54B8-42F6-86D5-83BD5A900C7D}">
      <dgm:prSet/>
      <dgm:spPr/>
      <dgm:t>
        <a:bodyPr/>
        <a:lstStyle/>
        <a:p>
          <a:endParaRPr lang="en-US"/>
        </a:p>
      </dgm:t>
    </dgm:pt>
    <dgm:pt modelId="{C15EEDB1-1568-4D27-BFC1-F2A302FB6128}">
      <dgm:prSet/>
      <dgm:spPr/>
      <dgm:t>
        <a:bodyPr/>
        <a:lstStyle/>
        <a:p>
          <a:r>
            <a:rPr lang="en-IN"/>
            <a:t>Current phase on model training that requires time and other workarounds</a:t>
          </a:r>
          <a:endParaRPr lang="en-US"/>
        </a:p>
      </dgm:t>
    </dgm:pt>
    <dgm:pt modelId="{937AA6EA-508D-4232-B2F3-AA75A9180567}" type="parTrans" cxnId="{A9E592D4-BFE7-4F51-BF7C-9569913DB952}">
      <dgm:prSet/>
      <dgm:spPr/>
      <dgm:t>
        <a:bodyPr/>
        <a:lstStyle/>
        <a:p>
          <a:endParaRPr lang="en-US"/>
        </a:p>
      </dgm:t>
    </dgm:pt>
    <dgm:pt modelId="{99D93506-C354-46F7-88D0-88E967D692B4}" type="sibTrans" cxnId="{A9E592D4-BFE7-4F51-BF7C-9569913DB952}">
      <dgm:prSet/>
      <dgm:spPr/>
      <dgm:t>
        <a:bodyPr/>
        <a:lstStyle/>
        <a:p>
          <a:endParaRPr lang="en-US"/>
        </a:p>
      </dgm:t>
    </dgm:pt>
    <dgm:pt modelId="{2554877B-0CF6-4423-A9E1-DB59CF8AC8F2}" type="pres">
      <dgm:prSet presAssocID="{496A106A-AF14-4CCA-83FD-CDB1DDAF5327}" presName="linear" presStyleCnt="0">
        <dgm:presLayoutVars>
          <dgm:dir/>
          <dgm:animLvl val="lvl"/>
          <dgm:resizeHandles val="exact"/>
        </dgm:presLayoutVars>
      </dgm:prSet>
      <dgm:spPr/>
    </dgm:pt>
    <dgm:pt modelId="{A1FF09A4-6427-42B7-BB3E-BACDF65A2E31}" type="pres">
      <dgm:prSet presAssocID="{334F7B12-151B-409A-9D0A-18050B52FDD8}" presName="parentLin" presStyleCnt="0"/>
      <dgm:spPr/>
    </dgm:pt>
    <dgm:pt modelId="{F5A45830-633E-4DCA-85A7-F2F249149AD2}" type="pres">
      <dgm:prSet presAssocID="{334F7B12-151B-409A-9D0A-18050B52FDD8}" presName="parentLeftMargin" presStyleLbl="node1" presStyleIdx="0" presStyleCnt="6"/>
      <dgm:spPr/>
    </dgm:pt>
    <dgm:pt modelId="{028BDBB3-345B-46B3-9AAD-4C8C1BFCE976}" type="pres">
      <dgm:prSet presAssocID="{334F7B12-151B-409A-9D0A-18050B52FDD8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E1E5C093-A855-41D6-9647-65084B2F0B5D}" type="pres">
      <dgm:prSet presAssocID="{334F7B12-151B-409A-9D0A-18050B52FDD8}" presName="negativeSpace" presStyleCnt="0"/>
      <dgm:spPr/>
    </dgm:pt>
    <dgm:pt modelId="{ADD76AB1-35F8-4CDA-B850-DB5223DB1750}" type="pres">
      <dgm:prSet presAssocID="{334F7B12-151B-409A-9D0A-18050B52FDD8}" presName="childText" presStyleLbl="conFgAcc1" presStyleIdx="0" presStyleCnt="6">
        <dgm:presLayoutVars>
          <dgm:bulletEnabled val="1"/>
        </dgm:presLayoutVars>
      </dgm:prSet>
      <dgm:spPr/>
    </dgm:pt>
    <dgm:pt modelId="{0016FF58-C6F8-4473-9DB0-545EA5581AF4}" type="pres">
      <dgm:prSet presAssocID="{78145519-A8AE-43BB-90B5-16E984726DB0}" presName="spaceBetweenRectangles" presStyleCnt="0"/>
      <dgm:spPr/>
    </dgm:pt>
    <dgm:pt modelId="{54A94737-E75B-4AAE-B780-1172FFD5C1CA}" type="pres">
      <dgm:prSet presAssocID="{13474B9B-CD79-417D-A262-61A73E97FA32}" presName="parentLin" presStyleCnt="0"/>
      <dgm:spPr/>
    </dgm:pt>
    <dgm:pt modelId="{50302024-0C0B-4E60-BEE9-750222E59B56}" type="pres">
      <dgm:prSet presAssocID="{13474B9B-CD79-417D-A262-61A73E97FA32}" presName="parentLeftMargin" presStyleLbl="node1" presStyleIdx="0" presStyleCnt="6"/>
      <dgm:spPr/>
    </dgm:pt>
    <dgm:pt modelId="{ACA21DEE-091C-44E9-A5AE-AB7AC26F859A}" type="pres">
      <dgm:prSet presAssocID="{13474B9B-CD79-417D-A262-61A73E97FA3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564BCF9-7526-4DC7-B96D-14B084257298}" type="pres">
      <dgm:prSet presAssocID="{13474B9B-CD79-417D-A262-61A73E97FA32}" presName="negativeSpace" presStyleCnt="0"/>
      <dgm:spPr/>
    </dgm:pt>
    <dgm:pt modelId="{3905527D-7858-4259-BAB1-37CEC3AF2265}" type="pres">
      <dgm:prSet presAssocID="{13474B9B-CD79-417D-A262-61A73E97FA32}" presName="childText" presStyleLbl="conFgAcc1" presStyleIdx="1" presStyleCnt="6">
        <dgm:presLayoutVars>
          <dgm:bulletEnabled val="1"/>
        </dgm:presLayoutVars>
      </dgm:prSet>
      <dgm:spPr/>
    </dgm:pt>
    <dgm:pt modelId="{24FE5985-1A99-409D-ADB0-90C7E8199CFB}" type="pres">
      <dgm:prSet presAssocID="{287D4F9A-A89B-404C-8F68-DEB4F9878579}" presName="spaceBetweenRectangles" presStyleCnt="0"/>
      <dgm:spPr/>
    </dgm:pt>
    <dgm:pt modelId="{39386043-74E9-4D00-BFFB-5C43EE4D3A77}" type="pres">
      <dgm:prSet presAssocID="{8C5905FC-AC0A-47FA-BC43-6019660EAB8B}" presName="parentLin" presStyleCnt="0"/>
      <dgm:spPr/>
    </dgm:pt>
    <dgm:pt modelId="{17E09B5A-94D0-4BAC-9652-3AFE5C9862E7}" type="pres">
      <dgm:prSet presAssocID="{8C5905FC-AC0A-47FA-BC43-6019660EAB8B}" presName="parentLeftMargin" presStyleLbl="node1" presStyleIdx="1" presStyleCnt="6"/>
      <dgm:spPr/>
    </dgm:pt>
    <dgm:pt modelId="{FA3F1F2A-B1D9-4471-82AA-A19C2644DD4E}" type="pres">
      <dgm:prSet presAssocID="{8C5905FC-AC0A-47FA-BC43-6019660EAB8B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6006A3B-D6C3-480D-BDEA-D637C3232FCC}" type="pres">
      <dgm:prSet presAssocID="{8C5905FC-AC0A-47FA-BC43-6019660EAB8B}" presName="negativeSpace" presStyleCnt="0"/>
      <dgm:spPr/>
    </dgm:pt>
    <dgm:pt modelId="{8E65E212-C148-4C76-AD45-FAA2B38E56D6}" type="pres">
      <dgm:prSet presAssocID="{8C5905FC-AC0A-47FA-BC43-6019660EAB8B}" presName="childText" presStyleLbl="conFgAcc1" presStyleIdx="2" presStyleCnt="6">
        <dgm:presLayoutVars>
          <dgm:bulletEnabled val="1"/>
        </dgm:presLayoutVars>
      </dgm:prSet>
      <dgm:spPr/>
    </dgm:pt>
    <dgm:pt modelId="{8C5FB01B-6A1A-4104-A7F3-D80D2F2FFC07}" type="pres">
      <dgm:prSet presAssocID="{A90BADC7-9059-4203-A3C8-19C5F5B0BC28}" presName="spaceBetweenRectangles" presStyleCnt="0"/>
      <dgm:spPr/>
    </dgm:pt>
    <dgm:pt modelId="{455A6922-8CD1-4873-A2DB-2D14AABF20BB}" type="pres">
      <dgm:prSet presAssocID="{B0C3AEC6-AD2F-40E4-8154-FCC0D31EB897}" presName="parentLin" presStyleCnt="0"/>
      <dgm:spPr/>
    </dgm:pt>
    <dgm:pt modelId="{89E2C401-A34F-4A14-8D11-24A3D6E40033}" type="pres">
      <dgm:prSet presAssocID="{B0C3AEC6-AD2F-40E4-8154-FCC0D31EB897}" presName="parentLeftMargin" presStyleLbl="node1" presStyleIdx="2" presStyleCnt="6"/>
      <dgm:spPr/>
    </dgm:pt>
    <dgm:pt modelId="{23752995-72A3-4D08-BC69-4BD4D35D2193}" type="pres">
      <dgm:prSet presAssocID="{B0C3AEC6-AD2F-40E4-8154-FCC0D31EB897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1797F5F-8600-4FD1-A591-E516C916ECB1}" type="pres">
      <dgm:prSet presAssocID="{B0C3AEC6-AD2F-40E4-8154-FCC0D31EB897}" presName="negativeSpace" presStyleCnt="0"/>
      <dgm:spPr/>
    </dgm:pt>
    <dgm:pt modelId="{8231DC26-FC0C-4A6D-826D-14A1EF673BB4}" type="pres">
      <dgm:prSet presAssocID="{B0C3AEC6-AD2F-40E4-8154-FCC0D31EB897}" presName="childText" presStyleLbl="conFgAcc1" presStyleIdx="3" presStyleCnt="6">
        <dgm:presLayoutVars>
          <dgm:bulletEnabled val="1"/>
        </dgm:presLayoutVars>
      </dgm:prSet>
      <dgm:spPr/>
    </dgm:pt>
    <dgm:pt modelId="{0AB91C2E-9A4B-4693-B591-664CA7D5B71E}" type="pres">
      <dgm:prSet presAssocID="{4E1F0158-14B6-47B8-9D4A-4A9CCCF2ABB5}" presName="spaceBetweenRectangles" presStyleCnt="0"/>
      <dgm:spPr/>
    </dgm:pt>
    <dgm:pt modelId="{9C59F43C-3850-4B62-BB94-2CC96C87752F}" type="pres">
      <dgm:prSet presAssocID="{0A564F8D-3BA6-4CE5-8D61-0ED2BF84693A}" presName="parentLin" presStyleCnt="0"/>
      <dgm:spPr/>
    </dgm:pt>
    <dgm:pt modelId="{E38E6495-AA28-4718-B556-980F35D83679}" type="pres">
      <dgm:prSet presAssocID="{0A564F8D-3BA6-4CE5-8D61-0ED2BF84693A}" presName="parentLeftMargin" presStyleLbl="node1" presStyleIdx="3" presStyleCnt="6"/>
      <dgm:spPr/>
    </dgm:pt>
    <dgm:pt modelId="{3F0F958D-0191-450C-9916-5A035CDF534D}" type="pres">
      <dgm:prSet presAssocID="{0A564F8D-3BA6-4CE5-8D61-0ED2BF84693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F0583F81-87BB-41C4-BBCA-4833849756FE}" type="pres">
      <dgm:prSet presAssocID="{0A564F8D-3BA6-4CE5-8D61-0ED2BF84693A}" presName="negativeSpace" presStyleCnt="0"/>
      <dgm:spPr/>
    </dgm:pt>
    <dgm:pt modelId="{44E0D06B-072B-4D60-90EF-C891FD840557}" type="pres">
      <dgm:prSet presAssocID="{0A564F8D-3BA6-4CE5-8D61-0ED2BF84693A}" presName="childText" presStyleLbl="conFgAcc1" presStyleIdx="4" presStyleCnt="6">
        <dgm:presLayoutVars>
          <dgm:bulletEnabled val="1"/>
        </dgm:presLayoutVars>
      </dgm:prSet>
      <dgm:spPr/>
    </dgm:pt>
    <dgm:pt modelId="{251BE46D-6E49-43BB-9D64-511E2EACFCE1}" type="pres">
      <dgm:prSet presAssocID="{243087E2-AEDD-495C-8B9D-0B17671A5996}" presName="spaceBetweenRectangles" presStyleCnt="0"/>
      <dgm:spPr/>
    </dgm:pt>
    <dgm:pt modelId="{5CF6939D-C4B9-4984-A4EB-842ED82179D2}" type="pres">
      <dgm:prSet presAssocID="{89EF4751-E3BA-4C23-879A-55C66CB61A94}" presName="parentLin" presStyleCnt="0"/>
      <dgm:spPr/>
    </dgm:pt>
    <dgm:pt modelId="{BBDB2FEF-FB57-4CA0-873C-07CFFD30C065}" type="pres">
      <dgm:prSet presAssocID="{89EF4751-E3BA-4C23-879A-55C66CB61A94}" presName="parentLeftMargin" presStyleLbl="node1" presStyleIdx="4" presStyleCnt="6"/>
      <dgm:spPr/>
    </dgm:pt>
    <dgm:pt modelId="{A9220430-3690-4C5D-AC2F-932783EA9331}" type="pres">
      <dgm:prSet presAssocID="{89EF4751-E3BA-4C23-879A-55C66CB61A94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2382E325-3D72-4A62-A439-3539BCC00819}" type="pres">
      <dgm:prSet presAssocID="{89EF4751-E3BA-4C23-879A-55C66CB61A94}" presName="negativeSpace" presStyleCnt="0"/>
      <dgm:spPr/>
    </dgm:pt>
    <dgm:pt modelId="{5B3EEA55-947D-4378-B649-4C7E5D3D2692}" type="pres">
      <dgm:prSet presAssocID="{89EF4751-E3BA-4C23-879A-55C66CB61A94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450C1300-0817-4D83-B1AB-A69E2EA3E1B2}" type="presOf" srcId="{13474B9B-CD79-417D-A262-61A73E97FA32}" destId="{50302024-0C0B-4E60-BEE9-750222E59B56}" srcOrd="0" destOrd="0" presId="urn:microsoft.com/office/officeart/2005/8/layout/list1"/>
    <dgm:cxn modelId="{B0F43608-CFB7-4B99-826E-C8B27B383EDB}" type="presOf" srcId="{13474B9B-CD79-417D-A262-61A73E97FA32}" destId="{ACA21DEE-091C-44E9-A5AE-AB7AC26F859A}" srcOrd="1" destOrd="0" presId="urn:microsoft.com/office/officeart/2005/8/layout/list1"/>
    <dgm:cxn modelId="{7C3D911F-6BB2-4185-8A6B-6054A9C6F327}" type="presOf" srcId="{8C5905FC-AC0A-47FA-BC43-6019660EAB8B}" destId="{17E09B5A-94D0-4BAC-9652-3AFE5C9862E7}" srcOrd="0" destOrd="0" presId="urn:microsoft.com/office/officeart/2005/8/layout/list1"/>
    <dgm:cxn modelId="{4E598230-4D26-4F17-8267-0A2BA21717F9}" type="presOf" srcId="{89EF4751-E3BA-4C23-879A-55C66CB61A94}" destId="{A9220430-3690-4C5D-AC2F-932783EA9331}" srcOrd="1" destOrd="0" presId="urn:microsoft.com/office/officeart/2005/8/layout/list1"/>
    <dgm:cxn modelId="{A8F9AF33-54B8-42F6-86D5-83BD5A900C7D}" srcId="{496A106A-AF14-4CCA-83FD-CDB1DDAF5327}" destId="{89EF4751-E3BA-4C23-879A-55C66CB61A94}" srcOrd="5" destOrd="0" parTransId="{5E5C8CBB-0287-4E84-AF5D-9A71AC75AD80}" sibTransId="{24705C49-47E8-430E-A8A9-1158510DE107}"/>
    <dgm:cxn modelId="{90698C5C-6EDB-45B5-8568-55F12E7FB87C}" type="presOf" srcId="{89EF4751-E3BA-4C23-879A-55C66CB61A94}" destId="{BBDB2FEF-FB57-4CA0-873C-07CFFD30C065}" srcOrd="0" destOrd="0" presId="urn:microsoft.com/office/officeart/2005/8/layout/list1"/>
    <dgm:cxn modelId="{BA472262-4A21-48FE-A4A0-EAF34BB6AAAB}" type="presOf" srcId="{0A564F8D-3BA6-4CE5-8D61-0ED2BF84693A}" destId="{3F0F958D-0191-450C-9916-5A035CDF534D}" srcOrd="1" destOrd="0" presId="urn:microsoft.com/office/officeart/2005/8/layout/list1"/>
    <dgm:cxn modelId="{073AB443-5AF3-4DC2-B836-665924D0A840}" srcId="{496A106A-AF14-4CCA-83FD-CDB1DDAF5327}" destId="{13474B9B-CD79-417D-A262-61A73E97FA32}" srcOrd="1" destOrd="0" parTransId="{6591CAA6-B874-4F62-A926-CA9C744654A6}" sibTransId="{287D4F9A-A89B-404C-8F68-DEB4F9878579}"/>
    <dgm:cxn modelId="{10A4DB44-AB56-47E8-A517-95CAE7FFCA1C}" type="presOf" srcId="{334F7B12-151B-409A-9D0A-18050B52FDD8}" destId="{F5A45830-633E-4DCA-85A7-F2F249149AD2}" srcOrd="0" destOrd="0" presId="urn:microsoft.com/office/officeart/2005/8/layout/list1"/>
    <dgm:cxn modelId="{C9048E48-B093-4E4A-B9B9-F1643D9868A5}" type="presOf" srcId="{334F7B12-151B-409A-9D0A-18050B52FDD8}" destId="{028BDBB3-345B-46B3-9AAD-4C8C1BFCE976}" srcOrd="1" destOrd="0" presId="urn:microsoft.com/office/officeart/2005/8/layout/list1"/>
    <dgm:cxn modelId="{237C174D-AFA1-4B91-85D9-BDC8B73B7010}" type="presOf" srcId="{0A564F8D-3BA6-4CE5-8D61-0ED2BF84693A}" destId="{E38E6495-AA28-4718-B556-980F35D83679}" srcOrd="0" destOrd="0" presId="urn:microsoft.com/office/officeart/2005/8/layout/list1"/>
    <dgm:cxn modelId="{BA5E456E-1D12-4C0A-9C56-8333E86E8A89}" srcId="{496A106A-AF14-4CCA-83FD-CDB1DDAF5327}" destId="{0A564F8D-3BA6-4CE5-8D61-0ED2BF84693A}" srcOrd="4" destOrd="0" parTransId="{F2625DA0-669F-4B25-9ADC-696E56313DFA}" sibTransId="{243087E2-AEDD-495C-8B9D-0B17671A5996}"/>
    <dgm:cxn modelId="{6E43F988-DC75-4D7D-A551-172B6EAA8A39}" srcId="{496A106A-AF14-4CCA-83FD-CDB1DDAF5327}" destId="{8C5905FC-AC0A-47FA-BC43-6019660EAB8B}" srcOrd="2" destOrd="0" parTransId="{27F781D3-BC38-4FEA-873A-D93E33EDC453}" sibTransId="{A90BADC7-9059-4203-A3C8-19C5F5B0BC28}"/>
    <dgm:cxn modelId="{51F06F8B-C405-44E9-BD38-38160CF08BB0}" type="presOf" srcId="{496A106A-AF14-4CCA-83FD-CDB1DDAF5327}" destId="{2554877B-0CF6-4423-A9E1-DB59CF8AC8F2}" srcOrd="0" destOrd="0" presId="urn:microsoft.com/office/officeart/2005/8/layout/list1"/>
    <dgm:cxn modelId="{0201509A-A52E-4425-9B94-CAA4915F77F9}" type="presOf" srcId="{8C5905FC-AC0A-47FA-BC43-6019660EAB8B}" destId="{FA3F1F2A-B1D9-4471-82AA-A19C2644DD4E}" srcOrd="1" destOrd="0" presId="urn:microsoft.com/office/officeart/2005/8/layout/list1"/>
    <dgm:cxn modelId="{998D97A6-817A-4E92-9E3E-153FAA73C6F8}" type="presOf" srcId="{B0C3AEC6-AD2F-40E4-8154-FCC0D31EB897}" destId="{23752995-72A3-4D08-BC69-4BD4D35D2193}" srcOrd="1" destOrd="0" presId="urn:microsoft.com/office/officeart/2005/8/layout/list1"/>
    <dgm:cxn modelId="{3AA06FB0-62A1-48E8-9AB0-406E41AC7CFF}" type="presOf" srcId="{B0C3AEC6-AD2F-40E4-8154-FCC0D31EB897}" destId="{89E2C401-A34F-4A14-8D11-24A3D6E40033}" srcOrd="0" destOrd="0" presId="urn:microsoft.com/office/officeart/2005/8/layout/list1"/>
    <dgm:cxn modelId="{FEB3CEBA-EB23-4089-A438-02C09BC1C28F}" srcId="{496A106A-AF14-4CCA-83FD-CDB1DDAF5327}" destId="{B0C3AEC6-AD2F-40E4-8154-FCC0D31EB897}" srcOrd="3" destOrd="0" parTransId="{D34FD497-DD4E-45D6-95F5-BA239ED20C3D}" sibTransId="{4E1F0158-14B6-47B8-9D4A-4A9CCCF2ABB5}"/>
    <dgm:cxn modelId="{A9E592D4-BFE7-4F51-BF7C-9569913DB952}" srcId="{89EF4751-E3BA-4C23-879A-55C66CB61A94}" destId="{C15EEDB1-1568-4D27-BFC1-F2A302FB6128}" srcOrd="0" destOrd="0" parTransId="{937AA6EA-508D-4232-B2F3-AA75A9180567}" sibTransId="{99D93506-C354-46F7-88D0-88E967D692B4}"/>
    <dgm:cxn modelId="{C6592DE9-7A78-473A-B152-35844DBDDC74}" type="presOf" srcId="{C15EEDB1-1568-4D27-BFC1-F2A302FB6128}" destId="{5B3EEA55-947D-4378-B649-4C7E5D3D2692}" srcOrd="0" destOrd="0" presId="urn:microsoft.com/office/officeart/2005/8/layout/list1"/>
    <dgm:cxn modelId="{CCE745F3-76D4-4852-B2A3-3800570D6BCF}" srcId="{496A106A-AF14-4CCA-83FD-CDB1DDAF5327}" destId="{334F7B12-151B-409A-9D0A-18050B52FDD8}" srcOrd="0" destOrd="0" parTransId="{690B27D6-8B2F-4F91-959F-96D20E9ED641}" sibTransId="{78145519-A8AE-43BB-90B5-16E984726DB0}"/>
    <dgm:cxn modelId="{330FB7B1-10B1-49F0-AA4F-C604847DD856}" type="presParOf" srcId="{2554877B-0CF6-4423-A9E1-DB59CF8AC8F2}" destId="{A1FF09A4-6427-42B7-BB3E-BACDF65A2E31}" srcOrd="0" destOrd="0" presId="urn:microsoft.com/office/officeart/2005/8/layout/list1"/>
    <dgm:cxn modelId="{6936C536-23FD-4604-A841-5F716B786470}" type="presParOf" srcId="{A1FF09A4-6427-42B7-BB3E-BACDF65A2E31}" destId="{F5A45830-633E-4DCA-85A7-F2F249149AD2}" srcOrd="0" destOrd="0" presId="urn:microsoft.com/office/officeart/2005/8/layout/list1"/>
    <dgm:cxn modelId="{B6AF225E-08BC-4B84-804D-06FE86FA8CF1}" type="presParOf" srcId="{A1FF09A4-6427-42B7-BB3E-BACDF65A2E31}" destId="{028BDBB3-345B-46B3-9AAD-4C8C1BFCE976}" srcOrd="1" destOrd="0" presId="urn:microsoft.com/office/officeart/2005/8/layout/list1"/>
    <dgm:cxn modelId="{236650D7-136D-4704-8051-6E4EEBB82E83}" type="presParOf" srcId="{2554877B-0CF6-4423-A9E1-DB59CF8AC8F2}" destId="{E1E5C093-A855-41D6-9647-65084B2F0B5D}" srcOrd="1" destOrd="0" presId="urn:microsoft.com/office/officeart/2005/8/layout/list1"/>
    <dgm:cxn modelId="{F0E1236A-9312-4896-9B5F-FC1208222B15}" type="presParOf" srcId="{2554877B-0CF6-4423-A9E1-DB59CF8AC8F2}" destId="{ADD76AB1-35F8-4CDA-B850-DB5223DB1750}" srcOrd="2" destOrd="0" presId="urn:microsoft.com/office/officeart/2005/8/layout/list1"/>
    <dgm:cxn modelId="{0CCE1883-990F-4791-8E87-722D1879B434}" type="presParOf" srcId="{2554877B-0CF6-4423-A9E1-DB59CF8AC8F2}" destId="{0016FF58-C6F8-4473-9DB0-545EA5581AF4}" srcOrd="3" destOrd="0" presId="urn:microsoft.com/office/officeart/2005/8/layout/list1"/>
    <dgm:cxn modelId="{814CF74E-D983-4BDC-B726-A4FAA89B8ADB}" type="presParOf" srcId="{2554877B-0CF6-4423-A9E1-DB59CF8AC8F2}" destId="{54A94737-E75B-4AAE-B780-1172FFD5C1CA}" srcOrd="4" destOrd="0" presId="urn:microsoft.com/office/officeart/2005/8/layout/list1"/>
    <dgm:cxn modelId="{B60CCFB9-E25D-4789-9B7F-A31787596D14}" type="presParOf" srcId="{54A94737-E75B-4AAE-B780-1172FFD5C1CA}" destId="{50302024-0C0B-4E60-BEE9-750222E59B56}" srcOrd="0" destOrd="0" presId="urn:microsoft.com/office/officeart/2005/8/layout/list1"/>
    <dgm:cxn modelId="{C7E70923-D338-4AEF-86A8-5D5AF23B6E03}" type="presParOf" srcId="{54A94737-E75B-4AAE-B780-1172FFD5C1CA}" destId="{ACA21DEE-091C-44E9-A5AE-AB7AC26F859A}" srcOrd="1" destOrd="0" presId="urn:microsoft.com/office/officeart/2005/8/layout/list1"/>
    <dgm:cxn modelId="{653F9F43-7C01-4F4F-B2B2-36C29FBB7423}" type="presParOf" srcId="{2554877B-0CF6-4423-A9E1-DB59CF8AC8F2}" destId="{8564BCF9-7526-4DC7-B96D-14B084257298}" srcOrd="5" destOrd="0" presId="urn:microsoft.com/office/officeart/2005/8/layout/list1"/>
    <dgm:cxn modelId="{84F015F5-B29D-49B7-A206-0F34FDF7ABA2}" type="presParOf" srcId="{2554877B-0CF6-4423-A9E1-DB59CF8AC8F2}" destId="{3905527D-7858-4259-BAB1-37CEC3AF2265}" srcOrd="6" destOrd="0" presId="urn:microsoft.com/office/officeart/2005/8/layout/list1"/>
    <dgm:cxn modelId="{E5835A10-B4BB-4146-85E1-A536162CBC27}" type="presParOf" srcId="{2554877B-0CF6-4423-A9E1-DB59CF8AC8F2}" destId="{24FE5985-1A99-409D-ADB0-90C7E8199CFB}" srcOrd="7" destOrd="0" presId="urn:microsoft.com/office/officeart/2005/8/layout/list1"/>
    <dgm:cxn modelId="{3DE6F093-D5E3-46F8-9885-116F43EEA502}" type="presParOf" srcId="{2554877B-0CF6-4423-A9E1-DB59CF8AC8F2}" destId="{39386043-74E9-4D00-BFFB-5C43EE4D3A77}" srcOrd="8" destOrd="0" presId="urn:microsoft.com/office/officeart/2005/8/layout/list1"/>
    <dgm:cxn modelId="{FEC5122E-3428-4AFA-B31B-049E61C69179}" type="presParOf" srcId="{39386043-74E9-4D00-BFFB-5C43EE4D3A77}" destId="{17E09B5A-94D0-4BAC-9652-3AFE5C9862E7}" srcOrd="0" destOrd="0" presId="urn:microsoft.com/office/officeart/2005/8/layout/list1"/>
    <dgm:cxn modelId="{CF31816F-76B4-40EF-B192-A6D7BDE92524}" type="presParOf" srcId="{39386043-74E9-4D00-BFFB-5C43EE4D3A77}" destId="{FA3F1F2A-B1D9-4471-82AA-A19C2644DD4E}" srcOrd="1" destOrd="0" presId="urn:microsoft.com/office/officeart/2005/8/layout/list1"/>
    <dgm:cxn modelId="{A6FF738F-48C1-4E86-959E-421AB1295285}" type="presParOf" srcId="{2554877B-0CF6-4423-A9E1-DB59CF8AC8F2}" destId="{66006A3B-D6C3-480D-BDEA-D637C3232FCC}" srcOrd="9" destOrd="0" presId="urn:microsoft.com/office/officeart/2005/8/layout/list1"/>
    <dgm:cxn modelId="{112C3F37-3716-4758-B9DD-2A8220687FA1}" type="presParOf" srcId="{2554877B-0CF6-4423-A9E1-DB59CF8AC8F2}" destId="{8E65E212-C148-4C76-AD45-FAA2B38E56D6}" srcOrd="10" destOrd="0" presId="urn:microsoft.com/office/officeart/2005/8/layout/list1"/>
    <dgm:cxn modelId="{F5369A0C-8C33-4CC3-85B0-6DD3AD354CB6}" type="presParOf" srcId="{2554877B-0CF6-4423-A9E1-DB59CF8AC8F2}" destId="{8C5FB01B-6A1A-4104-A7F3-D80D2F2FFC07}" srcOrd="11" destOrd="0" presId="urn:microsoft.com/office/officeart/2005/8/layout/list1"/>
    <dgm:cxn modelId="{4E182ADD-3EFC-4E9A-87DB-E1DCD89E3291}" type="presParOf" srcId="{2554877B-0CF6-4423-A9E1-DB59CF8AC8F2}" destId="{455A6922-8CD1-4873-A2DB-2D14AABF20BB}" srcOrd="12" destOrd="0" presId="urn:microsoft.com/office/officeart/2005/8/layout/list1"/>
    <dgm:cxn modelId="{A86D6DC8-B31F-42EF-8D12-B148474CF7A2}" type="presParOf" srcId="{455A6922-8CD1-4873-A2DB-2D14AABF20BB}" destId="{89E2C401-A34F-4A14-8D11-24A3D6E40033}" srcOrd="0" destOrd="0" presId="urn:microsoft.com/office/officeart/2005/8/layout/list1"/>
    <dgm:cxn modelId="{EBCB9B49-BEEC-4627-B8B4-9E5AD827F2D7}" type="presParOf" srcId="{455A6922-8CD1-4873-A2DB-2D14AABF20BB}" destId="{23752995-72A3-4D08-BC69-4BD4D35D2193}" srcOrd="1" destOrd="0" presId="urn:microsoft.com/office/officeart/2005/8/layout/list1"/>
    <dgm:cxn modelId="{209F139A-F2E7-48E4-93F9-5AFFC6C4BE88}" type="presParOf" srcId="{2554877B-0CF6-4423-A9E1-DB59CF8AC8F2}" destId="{61797F5F-8600-4FD1-A591-E516C916ECB1}" srcOrd="13" destOrd="0" presId="urn:microsoft.com/office/officeart/2005/8/layout/list1"/>
    <dgm:cxn modelId="{D1D38407-70CF-4F27-81A4-E3FDBCB40FDF}" type="presParOf" srcId="{2554877B-0CF6-4423-A9E1-DB59CF8AC8F2}" destId="{8231DC26-FC0C-4A6D-826D-14A1EF673BB4}" srcOrd="14" destOrd="0" presId="urn:microsoft.com/office/officeart/2005/8/layout/list1"/>
    <dgm:cxn modelId="{73E0E021-0BC5-4331-B5D1-88A50EE2AC9C}" type="presParOf" srcId="{2554877B-0CF6-4423-A9E1-DB59CF8AC8F2}" destId="{0AB91C2E-9A4B-4693-B591-664CA7D5B71E}" srcOrd="15" destOrd="0" presId="urn:microsoft.com/office/officeart/2005/8/layout/list1"/>
    <dgm:cxn modelId="{B90A76C2-C216-4AC8-A752-3350F031ED1C}" type="presParOf" srcId="{2554877B-0CF6-4423-A9E1-DB59CF8AC8F2}" destId="{9C59F43C-3850-4B62-BB94-2CC96C87752F}" srcOrd="16" destOrd="0" presId="urn:microsoft.com/office/officeart/2005/8/layout/list1"/>
    <dgm:cxn modelId="{F3C7F75D-57E4-49C1-81DD-AE61D3AE1AA1}" type="presParOf" srcId="{9C59F43C-3850-4B62-BB94-2CC96C87752F}" destId="{E38E6495-AA28-4718-B556-980F35D83679}" srcOrd="0" destOrd="0" presId="urn:microsoft.com/office/officeart/2005/8/layout/list1"/>
    <dgm:cxn modelId="{52602492-3D52-4845-A5C1-ABDD42B63255}" type="presParOf" srcId="{9C59F43C-3850-4B62-BB94-2CC96C87752F}" destId="{3F0F958D-0191-450C-9916-5A035CDF534D}" srcOrd="1" destOrd="0" presId="urn:microsoft.com/office/officeart/2005/8/layout/list1"/>
    <dgm:cxn modelId="{3BF9D883-FA8E-4009-A5DA-06BA4201185B}" type="presParOf" srcId="{2554877B-0CF6-4423-A9E1-DB59CF8AC8F2}" destId="{F0583F81-87BB-41C4-BBCA-4833849756FE}" srcOrd="17" destOrd="0" presId="urn:microsoft.com/office/officeart/2005/8/layout/list1"/>
    <dgm:cxn modelId="{8AD9C058-2A67-427B-95AA-E1C66FCB1074}" type="presParOf" srcId="{2554877B-0CF6-4423-A9E1-DB59CF8AC8F2}" destId="{44E0D06B-072B-4D60-90EF-C891FD840557}" srcOrd="18" destOrd="0" presId="urn:microsoft.com/office/officeart/2005/8/layout/list1"/>
    <dgm:cxn modelId="{F44276E3-E1A9-442C-ACCB-8CCBF78D98D1}" type="presParOf" srcId="{2554877B-0CF6-4423-A9E1-DB59CF8AC8F2}" destId="{251BE46D-6E49-43BB-9D64-511E2EACFCE1}" srcOrd="19" destOrd="0" presId="urn:microsoft.com/office/officeart/2005/8/layout/list1"/>
    <dgm:cxn modelId="{718025A3-B38E-40FE-957F-571C3215BB9C}" type="presParOf" srcId="{2554877B-0CF6-4423-A9E1-DB59CF8AC8F2}" destId="{5CF6939D-C4B9-4984-A4EB-842ED82179D2}" srcOrd="20" destOrd="0" presId="urn:microsoft.com/office/officeart/2005/8/layout/list1"/>
    <dgm:cxn modelId="{A15084F3-A39A-451C-A90B-7F2008BFB719}" type="presParOf" srcId="{5CF6939D-C4B9-4984-A4EB-842ED82179D2}" destId="{BBDB2FEF-FB57-4CA0-873C-07CFFD30C065}" srcOrd="0" destOrd="0" presId="urn:microsoft.com/office/officeart/2005/8/layout/list1"/>
    <dgm:cxn modelId="{9AF3DF31-4B25-426B-8618-8ECA9856DB2A}" type="presParOf" srcId="{5CF6939D-C4B9-4984-A4EB-842ED82179D2}" destId="{A9220430-3690-4C5D-AC2F-932783EA9331}" srcOrd="1" destOrd="0" presId="urn:microsoft.com/office/officeart/2005/8/layout/list1"/>
    <dgm:cxn modelId="{6CD7838D-8F1B-4828-B605-28FC14986D18}" type="presParOf" srcId="{2554877B-0CF6-4423-A9E1-DB59CF8AC8F2}" destId="{2382E325-3D72-4A62-A439-3539BCC00819}" srcOrd="21" destOrd="0" presId="urn:microsoft.com/office/officeart/2005/8/layout/list1"/>
    <dgm:cxn modelId="{7DF62E9D-B03E-4ABE-A4D6-B3B30FA3DCE0}" type="presParOf" srcId="{2554877B-0CF6-4423-A9E1-DB59CF8AC8F2}" destId="{5B3EEA55-947D-4378-B649-4C7E5D3D2692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03B5C2-4D08-4B46-86E9-F425BB790618}">
      <dsp:nvSpPr>
        <dsp:cNvPr id="0" name=""/>
        <dsp:cNvSpPr/>
      </dsp:nvSpPr>
      <dsp:spPr>
        <a:xfrm>
          <a:off x="197" y="234997"/>
          <a:ext cx="2390142" cy="28681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093" tIns="0" rIns="236093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Source: Wikipedia articles</a:t>
          </a:r>
        </a:p>
      </dsp:txBody>
      <dsp:txXfrm>
        <a:off x="197" y="1382265"/>
        <a:ext cx="2390142" cy="1720902"/>
      </dsp:txXfrm>
    </dsp:sp>
    <dsp:sp modelId="{97101843-F64A-4910-B53D-DCF748FD47FC}">
      <dsp:nvSpPr>
        <dsp:cNvPr id="0" name=""/>
        <dsp:cNvSpPr/>
      </dsp:nvSpPr>
      <dsp:spPr>
        <a:xfrm>
          <a:off x="197" y="234997"/>
          <a:ext cx="2390142" cy="114726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093" tIns="165100" rIns="236093" bIns="16510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01</a:t>
          </a:r>
        </a:p>
      </dsp:txBody>
      <dsp:txXfrm>
        <a:off x="197" y="234997"/>
        <a:ext cx="2390142" cy="1147268"/>
      </dsp:txXfrm>
    </dsp:sp>
    <dsp:sp modelId="{C151D5E7-990F-4324-810A-DED0455992BE}">
      <dsp:nvSpPr>
        <dsp:cNvPr id="0" name=""/>
        <dsp:cNvSpPr/>
      </dsp:nvSpPr>
      <dsp:spPr>
        <a:xfrm>
          <a:off x="2581551" y="234997"/>
          <a:ext cx="2390142" cy="2868170"/>
        </a:xfrm>
        <a:prstGeom prst="rect">
          <a:avLst/>
        </a:prstGeom>
        <a:solidFill>
          <a:schemeClr val="accent2">
            <a:hueOff val="-6838867"/>
            <a:satOff val="5085"/>
            <a:lumOff val="654"/>
            <a:alphaOff val="0"/>
          </a:schemeClr>
        </a:solidFill>
        <a:ln w="12700" cap="flat" cmpd="sng" algn="ctr">
          <a:solidFill>
            <a:schemeClr val="accent2">
              <a:hueOff val="-6838867"/>
              <a:satOff val="508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093" tIns="0" rIns="236093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Content: Question-answer pairs</a:t>
          </a:r>
        </a:p>
      </dsp:txBody>
      <dsp:txXfrm>
        <a:off x="2581551" y="1382265"/>
        <a:ext cx="2390142" cy="1720902"/>
      </dsp:txXfrm>
    </dsp:sp>
    <dsp:sp modelId="{1DC19292-1CAF-43A4-B4E5-4D173E032226}">
      <dsp:nvSpPr>
        <dsp:cNvPr id="0" name=""/>
        <dsp:cNvSpPr/>
      </dsp:nvSpPr>
      <dsp:spPr>
        <a:xfrm>
          <a:off x="2581551" y="234997"/>
          <a:ext cx="2390142" cy="114726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093" tIns="165100" rIns="236093" bIns="16510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02</a:t>
          </a:r>
        </a:p>
      </dsp:txBody>
      <dsp:txXfrm>
        <a:off x="2581551" y="234997"/>
        <a:ext cx="2390142" cy="1147268"/>
      </dsp:txXfrm>
    </dsp:sp>
    <dsp:sp modelId="{C16FE428-ADF0-4B92-90FC-D6E75B23135F}">
      <dsp:nvSpPr>
        <dsp:cNvPr id="0" name=""/>
        <dsp:cNvSpPr/>
      </dsp:nvSpPr>
      <dsp:spPr>
        <a:xfrm>
          <a:off x="5162905" y="234997"/>
          <a:ext cx="2390142" cy="2868170"/>
        </a:xfrm>
        <a:prstGeom prst="rect">
          <a:avLst/>
        </a:prstGeom>
        <a:solidFill>
          <a:schemeClr val="accent2">
            <a:hueOff val="-13677733"/>
            <a:satOff val="10170"/>
            <a:lumOff val="1307"/>
            <a:alphaOff val="0"/>
          </a:schemeClr>
        </a:solidFill>
        <a:ln w="12700" cap="flat" cmpd="sng" algn="ctr">
          <a:solidFill>
            <a:schemeClr val="accent2">
              <a:hueOff val="-13677733"/>
              <a:satOff val="10170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093" tIns="0" rIns="236093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Versions: SQuAD 1.1 and SQuAD 2.0</a:t>
          </a:r>
        </a:p>
      </dsp:txBody>
      <dsp:txXfrm>
        <a:off x="5162905" y="1382265"/>
        <a:ext cx="2390142" cy="1720902"/>
      </dsp:txXfrm>
    </dsp:sp>
    <dsp:sp modelId="{19270355-93CC-468F-8D19-1AE71701141D}">
      <dsp:nvSpPr>
        <dsp:cNvPr id="0" name=""/>
        <dsp:cNvSpPr/>
      </dsp:nvSpPr>
      <dsp:spPr>
        <a:xfrm>
          <a:off x="5162905" y="234997"/>
          <a:ext cx="2390142" cy="114726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093" tIns="165100" rIns="236093" bIns="16510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03</a:t>
          </a:r>
        </a:p>
      </dsp:txBody>
      <dsp:txXfrm>
        <a:off x="5162905" y="234997"/>
        <a:ext cx="2390142" cy="1147268"/>
      </dsp:txXfrm>
    </dsp:sp>
    <dsp:sp modelId="{78BCC83E-366B-4D00-866C-9F96F53A983B}">
      <dsp:nvSpPr>
        <dsp:cNvPr id="0" name=""/>
        <dsp:cNvSpPr/>
      </dsp:nvSpPr>
      <dsp:spPr>
        <a:xfrm>
          <a:off x="7744259" y="234997"/>
          <a:ext cx="2390142" cy="2868170"/>
        </a:xfrm>
        <a:prstGeom prst="rect">
          <a:avLst/>
        </a:prstGeom>
        <a:solidFill>
          <a:schemeClr val="accent2">
            <a:hueOff val="-20516600"/>
            <a:satOff val="15255"/>
            <a:lumOff val="1961"/>
            <a:alphaOff val="0"/>
          </a:schemeClr>
        </a:solidFill>
        <a:ln w="12700" cap="flat" cmpd="sng" algn="ctr">
          <a:solidFill>
            <a:schemeClr val="accent2">
              <a:hueOff val="-20516600"/>
              <a:satOff val="15255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093" tIns="0" rIns="236093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SQuAD 2.0 Features: Includes unanswerable questions</a:t>
          </a:r>
        </a:p>
      </dsp:txBody>
      <dsp:txXfrm>
        <a:off x="7744259" y="1382265"/>
        <a:ext cx="2390142" cy="1720902"/>
      </dsp:txXfrm>
    </dsp:sp>
    <dsp:sp modelId="{551A086B-F6BE-4283-9F59-CB180B85E83D}">
      <dsp:nvSpPr>
        <dsp:cNvPr id="0" name=""/>
        <dsp:cNvSpPr/>
      </dsp:nvSpPr>
      <dsp:spPr>
        <a:xfrm>
          <a:off x="7744259" y="234997"/>
          <a:ext cx="2390142" cy="1147268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093" tIns="165100" rIns="236093" bIns="165100" numCol="1" spcCol="1270" anchor="ctr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04</a:t>
          </a:r>
        </a:p>
      </dsp:txBody>
      <dsp:txXfrm>
        <a:off x="7744259" y="234997"/>
        <a:ext cx="2390142" cy="11472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28423E-7797-4316-95E1-6282E9CCD552}">
      <dsp:nvSpPr>
        <dsp:cNvPr id="0" name=""/>
        <dsp:cNvSpPr/>
      </dsp:nvSpPr>
      <dsp:spPr>
        <a:xfrm>
          <a:off x="2969" y="884111"/>
          <a:ext cx="2119952" cy="13461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C0C63B-9D3B-4C72-B1CF-31121774BF22}">
      <dsp:nvSpPr>
        <dsp:cNvPr id="0" name=""/>
        <dsp:cNvSpPr/>
      </dsp:nvSpPr>
      <dsp:spPr>
        <a:xfrm>
          <a:off x="238519" y="1107884"/>
          <a:ext cx="2119952" cy="13461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 Preparation: Loading and preprocessing the dataset</a:t>
          </a:r>
        </a:p>
      </dsp:txBody>
      <dsp:txXfrm>
        <a:off x="277947" y="1147312"/>
        <a:ext cx="2041096" cy="1267313"/>
      </dsp:txXfrm>
    </dsp:sp>
    <dsp:sp modelId="{89E0C673-F55E-48CB-92B9-8AD37673E4C1}">
      <dsp:nvSpPr>
        <dsp:cNvPr id="0" name=""/>
        <dsp:cNvSpPr/>
      </dsp:nvSpPr>
      <dsp:spPr>
        <a:xfrm>
          <a:off x="2594022" y="884111"/>
          <a:ext cx="2119952" cy="13461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54B1A6-0795-4202-9A94-C77A90416033}">
      <dsp:nvSpPr>
        <dsp:cNvPr id="0" name=""/>
        <dsp:cNvSpPr/>
      </dsp:nvSpPr>
      <dsp:spPr>
        <a:xfrm>
          <a:off x="2829572" y="1107884"/>
          <a:ext cx="2119952" cy="13461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Exploratory Data Analysis: Understanding question types and answer distributions</a:t>
          </a:r>
        </a:p>
      </dsp:txBody>
      <dsp:txXfrm>
        <a:off x="2869000" y="1147312"/>
        <a:ext cx="2041096" cy="1267313"/>
      </dsp:txXfrm>
    </dsp:sp>
    <dsp:sp modelId="{8E33A40E-1E69-4106-BBB3-389CE5A2D1C9}">
      <dsp:nvSpPr>
        <dsp:cNvPr id="0" name=""/>
        <dsp:cNvSpPr/>
      </dsp:nvSpPr>
      <dsp:spPr>
        <a:xfrm>
          <a:off x="5185075" y="884111"/>
          <a:ext cx="2119952" cy="13461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5ED9B1-649C-4F1D-A3A9-828F50C9734F}">
      <dsp:nvSpPr>
        <dsp:cNvPr id="0" name=""/>
        <dsp:cNvSpPr/>
      </dsp:nvSpPr>
      <dsp:spPr>
        <a:xfrm>
          <a:off x="5420625" y="1107884"/>
          <a:ext cx="2119952" cy="13461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Clustering Analysis: Grouping similar questions</a:t>
          </a:r>
        </a:p>
      </dsp:txBody>
      <dsp:txXfrm>
        <a:off x="5460053" y="1147312"/>
        <a:ext cx="2041096" cy="1267313"/>
      </dsp:txXfrm>
    </dsp:sp>
    <dsp:sp modelId="{6CE7C0E5-01C9-43E7-91CE-8F7FFF89965B}">
      <dsp:nvSpPr>
        <dsp:cNvPr id="0" name=""/>
        <dsp:cNvSpPr/>
      </dsp:nvSpPr>
      <dsp:spPr>
        <a:xfrm>
          <a:off x="7776128" y="884111"/>
          <a:ext cx="2119952" cy="13461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C0D7C2-0821-4D55-8324-135B8175B88C}">
      <dsp:nvSpPr>
        <dsp:cNvPr id="0" name=""/>
        <dsp:cNvSpPr/>
      </dsp:nvSpPr>
      <dsp:spPr>
        <a:xfrm>
          <a:off x="8011678" y="1107884"/>
          <a:ext cx="2119952" cy="13461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Visualization: Using plots to illustrate findings</a:t>
          </a:r>
        </a:p>
      </dsp:txBody>
      <dsp:txXfrm>
        <a:off x="8051106" y="1147312"/>
        <a:ext cx="2041096" cy="12673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36C8F0-FBD2-4375-97B4-AEAB3291A1E9}">
      <dsp:nvSpPr>
        <dsp:cNvPr id="0" name=""/>
        <dsp:cNvSpPr/>
      </dsp:nvSpPr>
      <dsp:spPr>
        <a:xfrm>
          <a:off x="0" y="484"/>
          <a:ext cx="10134600" cy="11338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52DE3B-BB80-4771-BFC1-71CECE3CE338}">
      <dsp:nvSpPr>
        <dsp:cNvPr id="0" name=""/>
        <dsp:cNvSpPr/>
      </dsp:nvSpPr>
      <dsp:spPr>
        <a:xfrm>
          <a:off x="342980" y="255594"/>
          <a:ext cx="623601" cy="6236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43922D-3F8C-4414-91EA-F1624C5C3D10}">
      <dsp:nvSpPr>
        <dsp:cNvPr id="0" name=""/>
        <dsp:cNvSpPr/>
      </dsp:nvSpPr>
      <dsp:spPr>
        <a:xfrm>
          <a:off x="1309563" y="484"/>
          <a:ext cx="8825036" cy="1133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96" tIns="119996" rIns="119996" bIns="11999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Method: t-SNE for dimensionality reduction</a:t>
          </a:r>
        </a:p>
      </dsp:txBody>
      <dsp:txXfrm>
        <a:off x="1309563" y="484"/>
        <a:ext cx="8825036" cy="1133820"/>
      </dsp:txXfrm>
    </dsp:sp>
    <dsp:sp modelId="{FCAF6A4B-2781-4B02-8BD2-5AA29429FA38}">
      <dsp:nvSpPr>
        <dsp:cNvPr id="0" name=""/>
        <dsp:cNvSpPr/>
      </dsp:nvSpPr>
      <dsp:spPr>
        <a:xfrm>
          <a:off x="0" y="1417760"/>
          <a:ext cx="10134600" cy="11338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9727F4-C5EB-4BA8-B24B-0A95DE846587}">
      <dsp:nvSpPr>
        <dsp:cNvPr id="0" name=""/>
        <dsp:cNvSpPr/>
      </dsp:nvSpPr>
      <dsp:spPr>
        <a:xfrm>
          <a:off x="342980" y="1672870"/>
          <a:ext cx="623601" cy="6236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5C6CED-9068-4879-AC5A-2CFFE007F12B}">
      <dsp:nvSpPr>
        <dsp:cNvPr id="0" name=""/>
        <dsp:cNvSpPr/>
      </dsp:nvSpPr>
      <dsp:spPr>
        <a:xfrm>
          <a:off x="1309563" y="1417760"/>
          <a:ext cx="8825036" cy="1133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96" tIns="119996" rIns="119996" bIns="11999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Findings: Visualization of clusters and their characteristics</a:t>
          </a:r>
        </a:p>
      </dsp:txBody>
      <dsp:txXfrm>
        <a:off x="1309563" y="1417760"/>
        <a:ext cx="8825036" cy="1133820"/>
      </dsp:txXfrm>
    </dsp:sp>
    <dsp:sp modelId="{42F7D78D-C9B8-49AA-BC07-DBAAD70B6311}">
      <dsp:nvSpPr>
        <dsp:cNvPr id="0" name=""/>
        <dsp:cNvSpPr/>
      </dsp:nvSpPr>
      <dsp:spPr>
        <a:xfrm>
          <a:off x="0" y="2835036"/>
          <a:ext cx="10134600" cy="11338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D634EA-4D22-43F0-A86C-C14C3917ACB7}">
      <dsp:nvSpPr>
        <dsp:cNvPr id="0" name=""/>
        <dsp:cNvSpPr/>
      </dsp:nvSpPr>
      <dsp:spPr>
        <a:xfrm>
          <a:off x="342980" y="3090146"/>
          <a:ext cx="623601" cy="6236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AE9614-A30A-4CA3-8529-DA890BD89AF2}">
      <dsp:nvSpPr>
        <dsp:cNvPr id="0" name=""/>
        <dsp:cNvSpPr/>
      </dsp:nvSpPr>
      <dsp:spPr>
        <a:xfrm>
          <a:off x="1309563" y="2835036"/>
          <a:ext cx="8825036" cy="1133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96" tIns="119996" rIns="119996" bIns="11999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Implications: Insights into question similarity and difficulty</a:t>
          </a:r>
        </a:p>
      </dsp:txBody>
      <dsp:txXfrm>
        <a:off x="1309563" y="2835036"/>
        <a:ext cx="8825036" cy="11338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6CFC4E-9555-4299-B685-73ABFDAC5B7F}">
      <dsp:nvSpPr>
        <dsp:cNvPr id="0" name=""/>
        <dsp:cNvSpPr/>
      </dsp:nvSpPr>
      <dsp:spPr>
        <a:xfrm>
          <a:off x="3463" y="450011"/>
          <a:ext cx="1875494" cy="112529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Title</a:t>
          </a:r>
        </a:p>
      </dsp:txBody>
      <dsp:txXfrm>
        <a:off x="3463" y="450011"/>
        <a:ext cx="1875494" cy="1125296"/>
      </dsp:txXfrm>
    </dsp:sp>
    <dsp:sp modelId="{F480890B-E99A-4D1D-81B4-38E79263C1A1}">
      <dsp:nvSpPr>
        <dsp:cNvPr id="0" name=""/>
        <dsp:cNvSpPr/>
      </dsp:nvSpPr>
      <dsp:spPr>
        <a:xfrm>
          <a:off x="2066508" y="450011"/>
          <a:ext cx="1875494" cy="1125296"/>
        </a:xfrm>
        <a:prstGeom prst="rect">
          <a:avLst/>
        </a:prstGeom>
        <a:solidFill>
          <a:schemeClr val="accent5">
            <a:hueOff val="-95446"/>
            <a:satOff val="-414"/>
            <a:lumOff val="-113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Context</a:t>
          </a:r>
        </a:p>
      </dsp:txBody>
      <dsp:txXfrm>
        <a:off x="2066508" y="450011"/>
        <a:ext cx="1875494" cy="1125296"/>
      </dsp:txXfrm>
    </dsp:sp>
    <dsp:sp modelId="{0FC0D575-37D0-4C2D-8765-7BAA73071594}">
      <dsp:nvSpPr>
        <dsp:cNvPr id="0" name=""/>
        <dsp:cNvSpPr/>
      </dsp:nvSpPr>
      <dsp:spPr>
        <a:xfrm>
          <a:off x="4129552" y="450011"/>
          <a:ext cx="1875494" cy="1125296"/>
        </a:xfrm>
        <a:prstGeom prst="rect">
          <a:avLst/>
        </a:prstGeom>
        <a:solidFill>
          <a:schemeClr val="accent5">
            <a:hueOff val="-190892"/>
            <a:satOff val="-827"/>
            <a:lumOff val="-226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Question</a:t>
          </a:r>
        </a:p>
      </dsp:txBody>
      <dsp:txXfrm>
        <a:off x="4129552" y="450011"/>
        <a:ext cx="1875494" cy="1125296"/>
      </dsp:txXfrm>
    </dsp:sp>
    <dsp:sp modelId="{B45ABEB6-C1F1-493F-B7CA-2757F718759D}">
      <dsp:nvSpPr>
        <dsp:cNvPr id="0" name=""/>
        <dsp:cNvSpPr/>
      </dsp:nvSpPr>
      <dsp:spPr>
        <a:xfrm>
          <a:off x="6192596" y="450011"/>
          <a:ext cx="1875494" cy="1125296"/>
        </a:xfrm>
        <a:prstGeom prst="rect">
          <a:avLst/>
        </a:prstGeom>
        <a:solidFill>
          <a:schemeClr val="accent5">
            <a:hueOff val="-286338"/>
            <a:satOff val="-1241"/>
            <a:lumOff val="-339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Answer</a:t>
          </a:r>
        </a:p>
      </dsp:txBody>
      <dsp:txXfrm>
        <a:off x="6192596" y="450011"/>
        <a:ext cx="1875494" cy="1125296"/>
      </dsp:txXfrm>
    </dsp:sp>
    <dsp:sp modelId="{E7C3B679-1271-4D04-8E32-1E599D395E69}">
      <dsp:nvSpPr>
        <dsp:cNvPr id="0" name=""/>
        <dsp:cNvSpPr/>
      </dsp:nvSpPr>
      <dsp:spPr>
        <a:xfrm>
          <a:off x="8255641" y="450011"/>
          <a:ext cx="1875494" cy="1125296"/>
        </a:xfrm>
        <a:prstGeom prst="rect">
          <a:avLst/>
        </a:prstGeom>
        <a:solidFill>
          <a:schemeClr val="accent5">
            <a:hueOff val="-381784"/>
            <a:satOff val="-1654"/>
            <a:lumOff val="-453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Is_impossible</a:t>
          </a:r>
        </a:p>
      </dsp:txBody>
      <dsp:txXfrm>
        <a:off x="8255641" y="450011"/>
        <a:ext cx="1875494" cy="1125296"/>
      </dsp:txXfrm>
    </dsp:sp>
    <dsp:sp modelId="{0282EA22-9A21-4339-8000-3C7BD0BF8885}">
      <dsp:nvSpPr>
        <dsp:cNvPr id="0" name=""/>
        <dsp:cNvSpPr/>
      </dsp:nvSpPr>
      <dsp:spPr>
        <a:xfrm>
          <a:off x="3463" y="1762857"/>
          <a:ext cx="1875494" cy="1125296"/>
        </a:xfrm>
        <a:prstGeom prst="rect">
          <a:avLst/>
        </a:prstGeom>
        <a:solidFill>
          <a:schemeClr val="accent5">
            <a:hueOff val="-477231"/>
            <a:satOff val="-2068"/>
            <a:lumOff val="-56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Answer_categories</a:t>
          </a:r>
        </a:p>
      </dsp:txBody>
      <dsp:txXfrm>
        <a:off x="3463" y="1762857"/>
        <a:ext cx="1875494" cy="1125296"/>
      </dsp:txXfrm>
    </dsp:sp>
    <dsp:sp modelId="{D17BBFCC-BF64-4A1E-997C-54C40B4DD968}">
      <dsp:nvSpPr>
        <dsp:cNvPr id="0" name=""/>
        <dsp:cNvSpPr/>
      </dsp:nvSpPr>
      <dsp:spPr>
        <a:xfrm>
          <a:off x="2066508" y="1762857"/>
          <a:ext cx="1875494" cy="1125296"/>
        </a:xfrm>
        <a:prstGeom prst="rect">
          <a:avLst/>
        </a:prstGeom>
        <a:solidFill>
          <a:schemeClr val="accent5">
            <a:hueOff val="-572677"/>
            <a:satOff val="-2481"/>
            <a:lumOff val="-67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Difficulty</a:t>
          </a:r>
        </a:p>
      </dsp:txBody>
      <dsp:txXfrm>
        <a:off x="2066508" y="1762857"/>
        <a:ext cx="1875494" cy="1125296"/>
      </dsp:txXfrm>
    </dsp:sp>
    <dsp:sp modelId="{ABFD72CA-3DC7-4268-9CFD-514AE97272D9}">
      <dsp:nvSpPr>
        <dsp:cNvPr id="0" name=""/>
        <dsp:cNvSpPr/>
      </dsp:nvSpPr>
      <dsp:spPr>
        <a:xfrm>
          <a:off x="4129552" y="1762857"/>
          <a:ext cx="1875494" cy="1125296"/>
        </a:xfrm>
        <a:prstGeom prst="rect">
          <a:avLst/>
        </a:prstGeom>
        <a:solidFill>
          <a:schemeClr val="accent5">
            <a:hueOff val="-668123"/>
            <a:satOff val="-2895"/>
            <a:lumOff val="-793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Cluster</a:t>
          </a:r>
        </a:p>
      </dsp:txBody>
      <dsp:txXfrm>
        <a:off x="4129552" y="1762857"/>
        <a:ext cx="1875494" cy="1125296"/>
      </dsp:txXfrm>
    </dsp:sp>
    <dsp:sp modelId="{796F8CB8-38B0-4719-9667-49C16276F6C8}">
      <dsp:nvSpPr>
        <dsp:cNvPr id="0" name=""/>
        <dsp:cNvSpPr/>
      </dsp:nvSpPr>
      <dsp:spPr>
        <a:xfrm>
          <a:off x="6192596" y="1762857"/>
          <a:ext cx="1875494" cy="1125296"/>
        </a:xfrm>
        <a:prstGeom prst="rect">
          <a:avLst/>
        </a:prstGeom>
        <a:solidFill>
          <a:schemeClr val="accent5">
            <a:hueOff val="-763569"/>
            <a:satOff val="-3308"/>
            <a:lumOff val="-906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X</a:t>
          </a:r>
        </a:p>
      </dsp:txBody>
      <dsp:txXfrm>
        <a:off x="6192596" y="1762857"/>
        <a:ext cx="1875494" cy="1125296"/>
      </dsp:txXfrm>
    </dsp:sp>
    <dsp:sp modelId="{E101BAF7-3A87-4A84-B1BE-2DE62C00FF66}">
      <dsp:nvSpPr>
        <dsp:cNvPr id="0" name=""/>
        <dsp:cNvSpPr/>
      </dsp:nvSpPr>
      <dsp:spPr>
        <a:xfrm>
          <a:off x="8255641" y="1762857"/>
          <a:ext cx="1875494" cy="1125296"/>
        </a:xfrm>
        <a:prstGeom prst="rect">
          <a:avLst/>
        </a:prstGeom>
        <a:solidFill>
          <a:schemeClr val="accent5">
            <a:hueOff val="-859015"/>
            <a:satOff val="-3722"/>
            <a:lumOff val="-10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Y</a:t>
          </a:r>
          <a:endParaRPr lang="en-US" sz="1800" kern="1200"/>
        </a:p>
      </dsp:txBody>
      <dsp:txXfrm>
        <a:off x="8255641" y="1762857"/>
        <a:ext cx="1875494" cy="11252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742529-9A35-47A7-8818-99770CBE9596}">
      <dsp:nvSpPr>
        <dsp:cNvPr id="0" name=""/>
        <dsp:cNvSpPr/>
      </dsp:nvSpPr>
      <dsp:spPr>
        <a:xfrm>
          <a:off x="0" y="226889"/>
          <a:ext cx="5343082" cy="66733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Data Processing</a:t>
          </a:r>
        </a:p>
      </dsp:txBody>
      <dsp:txXfrm>
        <a:off x="32577" y="259466"/>
        <a:ext cx="5277928" cy="602184"/>
      </dsp:txXfrm>
    </dsp:sp>
    <dsp:sp modelId="{2458CFAC-CEBC-450D-8D58-2B1630A59AA6}">
      <dsp:nvSpPr>
        <dsp:cNvPr id="0" name=""/>
        <dsp:cNvSpPr/>
      </dsp:nvSpPr>
      <dsp:spPr>
        <a:xfrm>
          <a:off x="0" y="946068"/>
          <a:ext cx="5343082" cy="667338"/>
        </a:xfrm>
        <a:prstGeom prst="roundRect">
          <a:avLst/>
        </a:prstGeom>
        <a:solidFill>
          <a:schemeClr val="accent2">
            <a:hueOff val="-4103320"/>
            <a:satOff val="3051"/>
            <a:lumOff val="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Usage of json library to efficiently process the dataset without loosing its characteristics</a:t>
          </a:r>
        </a:p>
      </dsp:txBody>
      <dsp:txXfrm>
        <a:off x="32577" y="978645"/>
        <a:ext cx="5277928" cy="602184"/>
      </dsp:txXfrm>
    </dsp:sp>
    <dsp:sp modelId="{D291E3B9-FE3F-40BA-996A-00E190EC02FF}">
      <dsp:nvSpPr>
        <dsp:cNvPr id="0" name=""/>
        <dsp:cNvSpPr/>
      </dsp:nvSpPr>
      <dsp:spPr>
        <a:xfrm>
          <a:off x="0" y="1665246"/>
          <a:ext cx="5343082" cy="667338"/>
        </a:xfrm>
        <a:prstGeom prst="roundRect">
          <a:avLst/>
        </a:prstGeom>
        <a:solidFill>
          <a:schemeClr val="accent2">
            <a:hueOff val="-8206640"/>
            <a:satOff val="6102"/>
            <a:lumOff val="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Change in Visualizations for better representations with details</a:t>
          </a:r>
        </a:p>
      </dsp:txBody>
      <dsp:txXfrm>
        <a:off x="32577" y="1697823"/>
        <a:ext cx="5277928" cy="602184"/>
      </dsp:txXfrm>
    </dsp:sp>
    <dsp:sp modelId="{83714624-B486-47B9-9840-69274AFF3FB7}">
      <dsp:nvSpPr>
        <dsp:cNvPr id="0" name=""/>
        <dsp:cNvSpPr/>
      </dsp:nvSpPr>
      <dsp:spPr>
        <a:xfrm>
          <a:off x="0" y="2384425"/>
          <a:ext cx="5343082" cy="667338"/>
        </a:xfrm>
        <a:prstGeom prst="roundRect">
          <a:avLst/>
        </a:prstGeom>
        <a:solidFill>
          <a:schemeClr val="accent2">
            <a:hueOff val="-12309960"/>
            <a:satOff val="9153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Better clustering by the help of sampling from the primary data set</a:t>
          </a:r>
        </a:p>
      </dsp:txBody>
      <dsp:txXfrm>
        <a:off x="32577" y="2417002"/>
        <a:ext cx="5277928" cy="602184"/>
      </dsp:txXfrm>
    </dsp:sp>
    <dsp:sp modelId="{9653F7F5-C752-40A2-8D20-6B6019F15F1E}">
      <dsp:nvSpPr>
        <dsp:cNvPr id="0" name=""/>
        <dsp:cNvSpPr/>
      </dsp:nvSpPr>
      <dsp:spPr>
        <a:xfrm>
          <a:off x="0" y="3103604"/>
          <a:ext cx="5343082" cy="667338"/>
        </a:xfrm>
        <a:prstGeom prst="roundRect">
          <a:avLst/>
        </a:prstGeom>
        <a:solidFill>
          <a:schemeClr val="accent2">
            <a:hueOff val="-16413279"/>
            <a:satOff val="12204"/>
            <a:lumOff val="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Trouble-shooting training by configuring resources:</a:t>
          </a:r>
        </a:p>
      </dsp:txBody>
      <dsp:txXfrm>
        <a:off x="32577" y="3136181"/>
        <a:ext cx="5277928" cy="602184"/>
      </dsp:txXfrm>
    </dsp:sp>
    <dsp:sp modelId="{1F26B6D8-F4C9-4782-849F-B9AC989869EC}">
      <dsp:nvSpPr>
        <dsp:cNvPr id="0" name=""/>
        <dsp:cNvSpPr/>
      </dsp:nvSpPr>
      <dsp:spPr>
        <a:xfrm>
          <a:off x="0" y="3770943"/>
          <a:ext cx="5343082" cy="456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43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400" kern="1200" dirty="0"/>
            <a:t>CPU &amp; GPU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400" kern="1200" dirty="0"/>
            <a:t>CPU</a:t>
          </a:r>
          <a:endParaRPr lang="en-US" sz="1400" kern="1200" dirty="0"/>
        </a:p>
      </dsp:txBody>
      <dsp:txXfrm>
        <a:off x="0" y="3770943"/>
        <a:ext cx="5343082" cy="456435"/>
      </dsp:txXfrm>
    </dsp:sp>
    <dsp:sp modelId="{6CCDDC82-D956-4934-A365-D1E0D66103EC}">
      <dsp:nvSpPr>
        <dsp:cNvPr id="0" name=""/>
        <dsp:cNvSpPr/>
      </dsp:nvSpPr>
      <dsp:spPr>
        <a:xfrm>
          <a:off x="0" y="4227378"/>
          <a:ext cx="5343082" cy="667338"/>
        </a:xfrm>
        <a:prstGeom prst="roundRect">
          <a:avLst/>
        </a:prstGeom>
        <a:solidFill>
          <a:schemeClr val="accent2">
            <a:hueOff val="-20516600"/>
            <a:satOff val="15255"/>
            <a:lumOff val="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Testing scores based on different models, and hardware resource utilization during training on the split dataset</a:t>
          </a:r>
          <a:endParaRPr lang="en-US" sz="1800" kern="1200"/>
        </a:p>
      </dsp:txBody>
      <dsp:txXfrm>
        <a:off x="32577" y="4259955"/>
        <a:ext cx="5277928" cy="60218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D76AB1-35F8-4CDA-B850-DB5223DB1750}">
      <dsp:nvSpPr>
        <dsp:cNvPr id="0" name=""/>
        <dsp:cNvSpPr/>
      </dsp:nvSpPr>
      <dsp:spPr>
        <a:xfrm>
          <a:off x="0" y="289900"/>
          <a:ext cx="5343082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8BDBB3-345B-46B3-9AAD-4C8C1BFCE976}">
      <dsp:nvSpPr>
        <dsp:cNvPr id="0" name=""/>
        <dsp:cNvSpPr/>
      </dsp:nvSpPr>
      <dsp:spPr>
        <a:xfrm>
          <a:off x="267154" y="38980"/>
          <a:ext cx="3740158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369" tIns="0" rIns="14136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1</a:t>
          </a:r>
          <a:r>
            <a:rPr lang="en-US" sz="1700" kern="1200" baseline="30000"/>
            <a:t>st</a:t>
          </a:r>
          <a:r>
            <a:rPr lang="en-US" sz="1700" kern="1200"/>
            <a:t> Case: 2.15%</a:t>
          </a:r>
        </a:p>
      </dsp:txBody>
      <dsp:txXfrm>
        <a:off x="291652" y="63478"/>
        <a:ext cx="3691162" cy="452844"/>
      </dsp:txXfrm>
    </dsp:sp>
    <dsp:sp modelId="{3905527D-7858-4259-BAB1-37CEC3AF2265}">
      <dsp:nvSpPr>
        <dsp:cNvPr id="0" name=""/>
        <dsp:cNvSpPr/>
      </dsp:nvSpPr>
      <dsp:spPr>
        <a:xfrm>
          <a:off x="0" y="1061020"/>
          <a:ext cx="5343082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4103320"/>
              <a:satOff val="3051"/>
              <a:lumOff val="3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A21DEE-091C-44E9-A5AE-AB7AC26F859A}">
      <dsp:nvSpPr>
        <dsp:cNvPr id="0" name=""/>
        <dsp:cNvSpPr/>
      </dsp:nvSpPr>
      <dsp:spPr>
        <a:xfrm>
          <a:off x="267154" y="810100"/>
          <a:ext cx="3740158" cy="501840"/>
        </a:xfrm>
        <a:prstGeom prst="roundRect">
          <a:avLst/>
        </a:prstGeom>
        <a:solidFill>
          <a:schemeClr val="accent2">
            <a:hueOff val="-4103320"/>
            <a:satOff val="3051"/>
            <a:lumOff val="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369" tIns="0" rIns="14136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2</a:t>
          </a:r>
          <a:r>
            <a:rPr lang="en-US" sz="1700" kern="1200" baseline="30000"/>
            <a:t>nd</a:t>
          </a:r>
          <a:r>
            <a:rPr lang="en-US" sz="1700" kern="1200"/>
            <a:t> Case: 16.68%</a:t>
          </a:r>
        </a:p>
      </dsp:txBody>
      <dsp:txXfrm>
        <a:off x="291652" y="834598"/>
        <a:ext cx="3691162" cy="452844"/>
      </dsp:txXfrm>
    </dsp:sp>
    <dsp:sp modelId="{8E65E212-C148-4C76-AD45-FAA2B38E56D6}">
      <dsp:nvSpPr>
        <dsp:cNvPr id="0" name=""/>
        <dsp:cNvSpPr/>
      </dsp:nvSpPr>
      <dsp:spPr>
        <a:xfrm>
          <a:off x="0" y="1832140"/>
          <a:ext cx="5343082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8206640"/>
              <a:satOff val="6102"/>
              <a:lumOff val="7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3F1F2A-B1D9-4471-82AA-A19C2644DD4E}">
      <dsp:nvSpPr>
        <dsp:cNvPr id="0" name=""/>
        <dsp:cNvSpPr/>
      </dsp:nvSpPr>
      <dsp:spPr>
        <a:xfrm>
          <a:off x="267154" y="1581220"/>
          <a:ext cx="3740158" cy="501840"/>
        </a:xfrm>
        <a:prstGeom prst="roundRect">
          <a:avLst/>
        </a:prstGeom>
        <a:solidFill>
          <a:schemeClr val="accent2">
            <a:hueOff val="-8206640"/>
            <a:satOff val="6102"/>
            <a:lumOff val="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369" tIns="0" rIns="14136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3</a:t>
          </a:r>
          <a:r>
            <a:rPr lang="en-US" sz="1700" kern="1200" baseline="30000"/>
            <a:t>rd</a:t>
          </a:r>
          <a:r>
            <a:rPr lang="en-US" sz="1700" kern="1200"/>
            <a:t> Case:  9.15%</a:t>
          </a:r>
        </a:p>
      </dsp:txBody>
      <dsp:txXfrm>
        <a:off x="291652" y="1605718"/>
        <a:ext cx="3691162" cy="452844"/>
      </dsp:txXfrm>
    </dsp:sp>
    <dsp:sp modelId="{8231DC26-FC0C-4A6D-826D-14A1EF673BB4}">
      <dsp:nvSpPr>
        <dsp:cNvPr id="0" name=""/>
        <dsp:cNvSpPr/>
      </dsp:nvSpPr>
      <dsp:spPr>
        <a:xfrm>
          <a:off x="0" y="2603260"/>
          <a:ext cx="5343082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2309960"/>
              <a:satOff val="9153"/>
              <a:lumOff val="1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752995-72A3-4D08-BC69-4BD4D35D2193}">
      <dsp:nvSpPr>
        <dsp:cNvPr id="0" name=""/>
        <dsp:cNvSpPr/>
      </dsp:nvSpPr>
      <dsp:spPr>
        <a:xfrm>
          <a:off x="267154" y="2352340"/>
          <a:ext cx="3740158" cy="501840"/>
        </a:xfrm>
        <a:prstGeom prst="roundRect">
          <a:avLst/>
        </a:prstGeom>
        <a:solidFill>
          <a:schemeClr val="accent2">
            <a:hueOff val="-12309960"/>
            <a:satOff val="9153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369" tIns="0" rIns="14136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4</a:t>
          </a:r>
          <a:r>
            <a:rPr lang="en-US" sz="1700" kern="1200" baseline="30000"/>
            <a:t>th</a:t>
          </a:r>
          <a:r>
            <a:rPr lang="en-US" sz="1700" kern="1200"/>
            <a:t> Case: 11.80%</a:t>
          </a:r>
        </a:p>
      </dsp:txBody>
      <dsp:txXfrm>
        <a:off x="291652" y="2376838"/>
        <a:ext cx="3691162" cy="452844"/>
      </dsp:txXfrm>
    </dsp:sp>
    <dsp:sp modelId="{44E0D06B-072B-4D60-90EF-C891FD840557}">
      <dsp:nvSpPr>
        <dsp:cNvPr id="0" name=""/>
        <dsp:cNvSpPr/>
      </dsp:nvSpPr>
      <dsp:spPr>
        <a:xfrm>
          <a:off x="0" y="3374380"/>
          <a:ext cx="5343082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6413279"/>
              <a:satOff val="12204"/>
              <a:lumOff val="15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0F958D-0191-450C-9916-5A035CDF534D}">
      <dsp:nvSpPr>
        <dsp:cNvPr id="0" name=""/>
        <dsp:cNvSpPr/>
      </dsp:nvSpPr>
      <dsp:spPr>
        <a:xfrm>
          <a:off x="267154" y="3123460"/>
          <a:ext cx="3740158" cy="501840"/>
        </a:xfrm>
        <a:prstGeom prst="roundRect">
          <a:avLst/>
        </a:prstGeom>
        <a:solidFill>
          <a:schemeClr val="accent2">
            <a:hueOff val="-16413279"/>
            <a:satOff val="12204"/>
            <a:lumOff val="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369" tIns="0" rIns="14136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5</a:t>
          </a:r>
          <a:r>
            <a:rPr lang="en-US" sz="1700" kern="1200" baseline="30000"/>
            <a:t>th</a:t>
          </a:r>
          <a:r>
            <a:rPr lang="en-US" sz="1700" kern="1200"/>
            <a:t> Case: 10.60%</a:t>
          </a:r>
        </a:p>
      </dsp:txBody>
      <dsp:txXfrm>
        <a:off x="291652" y="3147958"/>
        <a:ext cx="3691162" cy="452844"/>
      </dsp:txXfrm>
    </dsp:sp>
    <dsp:sp modelId="{5B3EEA55-947D-4378-B649-4C7E5D3D2692}">
      <dsp:nvSpPr>
        <dsp:cNvPr id="0" name=""/>
        <dsp:cNvSpPr/>
      </dsp:nvSpPr>
      <dsp:spPr>
        <a:xfrm>
          <a:off x="0" y="4145500"/>
          <a:ext cx="5343082" cy="937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20516600"/>
              <a:satOff val="15255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4683" tIns="354076" rIns="414683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/>
            <a:t>Current phase on model training that requires time and other workarounds</a:t>
          </a:r>
          <a:endParaRPr lang="en-US" sz="1700" kern="1200"/>
        </a:p>
      </dsp:txBody>
      <dsp:txXfrm>
        <a:off x="0" y="4145500"/>
        <a:ext cx="5343082" cy="937125"/>
      </dsp:txXfrm>
    </dsp:sp>
    <dsp:sp modelId="{A9220430-3690-4C5D-AC2F-932783EA9331}">
      <dsp:nvSpPr>
        <dsp:cNvPr id="0" name=""/>
        <dsp:cNvSpPr/>
      </dsp:nvSpPr>
      <dsp:spPr>
        <a:xfrm>
          <a:off x="267154" y="3894580"/>
          <a:ext cx="3740158" cy="501840"/>
        </a:xfrm>
        <a:prstGeom prst="roundRect">
          <a:avLst/>
        </a:prstGeom>
        <a:solidFill>
          <a:schemeClr val="accent2">
            <a:hueOff val="-20516600"/>
            <a:satOff val="15255"/>
            <a:lumOff val="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369" tIns="0" rIns="14136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Best Case: TBA (ETA: 33 hrs. approx.)</a:t>
          </a:r>
        </a:p>
      </dsp:txBody>
      <dsp:txXfrm>
        <a:off x="291652" y="3919078"/>
        <a:ext cx="3691162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D3B3C7E-BC2D-4436-8B03-AC421FA66787}"/>
              </a:ext>
            </a:extLst>
          </p:cNvPr>
          <p:cNvSpPr/>
          <p:nvPr/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6887E-4265-46F7-9DE0-605FFFC9076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5130" y="1066800"/>
            <a:ext cx="8112369" cy="2073119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 cap="all" spc="39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B1A74-54F5-45CA-8922-87FFD5751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5804" y="4876802"/>
            <a:ext cx="7821637" cy="102869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BE6EF-9D0F-4ABF-B92C-E967FE3F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AB150-954C-4F02-89AC-DA7163D7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9965" y="6245352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16270-CBD7-4ACC-BFC5-9CADE722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B5D0C1-066E-4C02-A6B8-59FAE4A19724}"/>
              </a:ext>
            </a:extLst>
          </p:cNvPr>
          <p:cNvGrpSpPr/>
          <p:nvPr/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386904-AFDC-449E-8D1B-906B305EBDA7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0778F2-11E8-428C-8324-479CA9D6FE92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A0BE89E-CB2D-48BA-A8D2-533FAAAA725F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9764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DC87-4B97-4A7C-BC4C-6E772456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9FD9-57FD-4ABA-9FCD-795405253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BD40E-B0AA-47B8-900F-488A8AEC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623C-1E35-4485-A5B4-A71969BE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C6BB9-EF4F-465E-985B-34521F68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842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5577-D71B-4279-B07A-62F703E5D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8367D-C35C-4023-BEBE-F834D033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FCF8A-B8C6-496A-98A5-BBB52DB7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DE45C10-227D-42DF-A888-EEFD3784F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900" y="750338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214944-8898-48BC-AE6F-065DA7BBB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80478" y="4714704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4B3AAB-30C4-441D-B481-D253F8325953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DCB6176-5585-40BC-BC9C-CA625F989F1B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7C4F1D9-97D8-43DD-A319-C56367F97FCE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5E64ED-B373-4866-B5A2-E805D316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291" y="1274475"/>
            <a:ext cx="3761832" cy="2823913"/>
          </a:xfrm>
        </p:spPr>
        <p:txBody>
          <a:bodyPr anchor="b">
            <a:normAutofit/>
          </a:bodyPr>
          <a:lstStyle>
            <a:lvl1pPr algn="ctr">
              <a:defRPr sz="3200" cap="all" spc="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D6168-DDAE-41B2-A0D5-42185A2D0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6756" y="2730304"/>
            <a:ext cx="4383030" cy="13973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638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25EB-71EE-41B3-89D2-47A0C7C3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62F7D-C4AD-4BD4-AAC8-F0223EE4A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7305" y="2155369"/>
            <a:ext cx="4953000" cy="399832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FB088-28C6-4667-8DF2-0DE32AE3E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55369"/>
            <a:ext cx="4953000" cy="3998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6095F-AE34-4E94-B722-E3A1205A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6A8E6-BD94-48EA-8F35-DA0DF910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78AEF-56B8-49F5-81E8-663B1FFA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93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873F-001F-4254-97F3-05329E6A7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55171"/>
            <a:ext cx="10134600" cy="11355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7B575-060F-4296-A28A-93DA109F9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7306" y="1801620"/>
            <a:ext cx="4849036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81A51-F4D1-4A02-9918-C416F820B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7306" y="2619103"/>
            <a:ext cx="4849036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916D0-3DFE-455D-9888-3FDEFD3D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108" y="1801620"/>
            <a:ext cx="4904585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93D763-0643-4A48-8007-93391C59F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108" y="2619103"/>
            <a:ext cx="4904585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2D07B-3A5D-41C2-83B8-BD1AD652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C1367-FE5A-4CDD-B85B-724FFFE5B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2F244-23EB-4E1A-B74F-77F23F87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73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6C0A-BEF4-4DE4-A9D2-C60298FC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7C0AC-3C98-4D68-AE72-CFFA1638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7722A-E2E4-45D2-8A20-4853ED68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B9201-B20B-4412-B745-F2F6A914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931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4889A-9ABE-4409-BAD8-F84C36C1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A5A70-FE21-4CB6-A67B-1DC798E9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4AD11-7FD2-432C-A6AB-395BE927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351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97CF-9CDD-4E78-8F35-A2FFE7867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94BFE-7A85-4123-B0F7-4DB1C141C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6800"/>
            <a:ext cx="6172200" cy="48386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EFD6D-1929-4A73-A860-22A36FF5C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99A5-94A1-4452-AFF0-918BDA8B1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589D8-DD83-406C-A77A-176D2399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46024-82ED-40EF-8846-F6CC44BC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65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12FA-83A4-42AF-98D7-312C4C5A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F1DC8-2932-4C6E-BFBB-8BA1C9598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5942012" cy="4838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E0000-EF01-46A5-8A71-25FB7EA3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AD40B-9246-4532-9F73-5BA9061C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6B9A0-5B1C-4F7B-828A-EF74E514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E99FB-C932-4165-A612-8B302D8F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261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1126-542A-43AD-8078-EE356516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5F98B-5F32-4561-BFBC-9F6E5DA0A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28700" y="2161903"/>
            <a:ext cx="10134600" cy="3743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3D0DD-B04E-4E48-8EE1-51E46131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352D-F9C0-4442-9601-A09A7655E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C0801-9C45-40AE-AB33-5742CDA4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95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46561-59BF-4566-AD2C-9B05C4771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6250" y="723899"/>
            <a:ext cx="2271849" cy="5410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F7870-6CBD-47E2-854C-68141BAA1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8302534" cy="5410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2FAF3-C106-49CB-A845-1FC7F731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D5CCC-00E8-48FA-91A6-921E7B64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E1751-E7AA-406D-A977-1ACEF1FB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640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E7638-D991-46E7-BF2C-67D1AC8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0"/>
            <a:ext cx="10134600" cy="12884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C6B9C-4923-4DAB-9748-D5CD289EB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161903"/>
            <a:ext cx="10134600" cy="3969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78CF6-4B33-40E4-B881-5F4C56837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E857E-F564-4539-9984-10435B614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485584D-7D79-4248-9986-4CA35242F94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EABEF-B998-4B11-A878-8F492F8E3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EB54D17-3792-403D-9127-495845021D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0920 w 12192000"/>
              <a:gd name="connsiteY0" fmla="*/ 157606 h 6858000"/>
              <a:gd name="connsiteX1" fmla="*/ 160920 w 12192000"/>
              <a:gd name="connsiteY1" fmla="*/ 6700394 h 6858000"/>
              <a:gd name="connsiteX2" fmla="*/ 12031081 w 12192000"/>
              <a:gd name="connsiteY2" fmla="*/ 6700394 h 6858000"/>
              <a:gd name="connsiteX3" fmla="*/ 12031081 w 12192000"/>
              <a:gd name="connsiteY3" fmla="*/ 15760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0920" y="157606"/>
                </a:moveTo>
                <a:lnTo>
                  <a:pt x="160920" y="6700394"/>
                </a:lnTo>
                <a:lnTo>
                  <a:pt x="12031081" y="6700394"/>
                </a:lnTo>
                <a:lnTo>
                  <a:pt x="12031081" y="15760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611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Tx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-228600" algn="l" defTabSz="914400" rtl="0" eaLnBrk="1" latinLnBrk="0" hangingPunct="1">
        <a:lnSpc>
          <a:spcPct val="11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D8EACB7-D372-470B-B76E-A829D0031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A white and gold wavy lines&#10;&#10;AI-generated content may be incorrect.">
            <a:extLst>
              <a:ext uri="{FF2B5EF4-FFF2-40B4-BE49-F238E27FC236}">
                <a16:creationId xmlns:a16="http://schemas.microsoft.com/office/drawing/2014/main" id="{712E30D8-741C-FC97-AFD4-41549C4E5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750"/>
          <a:stretch/>
        </p:blipFill>
        <p:spPr>
          <a:xfrm>
            <a:off x="20" y="10170"/>
            <a:ext cx="12191980" cy="6857989"/>
          </a:xfrm>
          <a:prstGeom prst="rect">
            <a:avLst/>
          </a:prstGeom>
        </p:spPr>
      </p:pic>
      <p:sp>
        <p:nvSpPr>
          <p:cNvPr id="28" name="Rectangle 5">
            <a:extLst>
              <a:ext uri="{FF2B5EF4-FFF2-40B4-BE49-F238E27FC236}">
                <a16:creationId xmlns:a16="http://schemas.microsoft.com/office/drawing/2014/main" id="{FBE11A49-02A1-4D4C-9A49-CDF496B109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7458" y="723900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5D360A-7FBA-31C7-1C41-959B111215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2119" y="1066800"/>
            <a:ext cx="3931320" cy="2267193"/>
          </a:xfrm>
        </p:spPr>
        <p:txBody>
          <a:bodyPr>
            <a:normAutofit/>
          </a:bodyPr>
          <a:lstStyle/>
          <a:p>
            <a:r>
              <a:rPr lang="en-IN" b="0" i="0">
                <a:effectLst/>
                <a:latin typeface="fkGroteskNeue"/>
              </a:rPr>
              <a:t>Analysis of SQuAD Dataset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E4A59-9964-4281-7B5D-2202297D0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2119" y="4327781"/>
            <a:ext cx="3931321" cy="1033669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90000"/>
              </a:lnSpc>
            </a:pPr>
            <a:r>
              <a:rPr lang="en-IN" sz="1700" b="0" i="0" dirty="0">
                <a:effectLst/>
                <a:latin typeface="fkGroteskNeue"/>
              </a:rPr>
              <a:t>Presented By</a:t>
            </a:r>
          </a:p>
          <a:p>
            <a:pPr>
              <a:lnSpc>
                <a:spcPct val="90000"/>
              </a:lnSpc>
            </a:pPr>
            <a:r>
              <a:rPr lang="en-IN" sz="1700" dirty="0"/>
              <a:t>Muwahid Munshi</a:t>
            </a:r>
          </a:p>
          <a:p>
            <a:pPr>
              <a:lnSpc>
                <a:spcPct val="90000"/>
              </a:lnSpc>
            </a:pPr>
            <a:r>
              <a:rPr lang="en-IN" sz="1700" dirty="0"/>
              <a:t>12306969</a:t>
            </a:r>
            <a:br>
              <a:rPr lang="en-IN" sz="1700" dirty="0"/>
            </a:br>
            <a:endParaRPr lang="en-IN" sz="17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1732D3A-CFF0-45BE-AD79-F83D0272C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44037" y="3864080"/>
            <a:ext cx="867485" cy="115439"/>
            <a:chOff x="8910933" y="1861308"/>
            <a:chExt cx="867485" cy="11543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892F72C-7FB6-49C8-A402-D5DC42DB67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C92C2E1-605F-49BD-8AC8-DC52B3015E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8BE2E0F-EE6D-4748-AB8F-724D0DDC6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61894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58E38A4-F699-490C-8D1F-E8AD332D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9C6AAB-48AC-41A3-95C2-6BF83715D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EE861B-7D2F-4B7C-A6E3-5937E81B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081" y="159026"/>
            <a:ext cx="11886519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6A237E-4D02-5398-E5B7-FAAE3DFDC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1"/>
            <a:ext cx="5836920" cy="1288884"/>
          </a:xfrm>
        </p:spPr>
        <p:txBody>
          <a:bodyPr anchor="b">
            <a:normAutofit/>
          </a:bodyPr>
          <a:lstStyle/>
          <a:p>
            <a:pPr algn="ctr"/>
            <a:r>
              <a:rPr lang="en-IN" dirty="0"/>
              <a:t>Understanding Question Answering Challenges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DC702-E932-634F-2992-DB6A038A5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6529" y="2732545"/>
            <a:ext cx="5384169" cy="3232826"/>
          </a:xfrm>
        </p:spPr>
        <p:txBody>
          <a:bodyPr anchor="t">
            <a:norm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 err="1"/>
              <a:t>SQuAD</a:t>
            </a:r>
            <a:r>
              <a:rPr lang="en-US" dirty="0"/>
              <a:t> dataset presents a significant challenge in natural language processing by requiring models to accurately answer questions based on given contexts.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dirty="0"/>
              <a:t>Unanswerable questions add complexity, demanding models to identify when no answer exists.</a:t>
            </a:r>
          </a:p>
        </p:txBody>
      </p:sp>
      <p:pic>
        <p:nvPicPr>
          <p:cNvPr id="7" name="Graphic 6" descr="Research">
            <a:extLst>
              <a:ext uri="{FF2B5EF4-FFF2-40B4-BE49-F238E27FC236}">
                <a16:creationId xmlns:a16="http://schemas.microsoft.com/office/drawing/2014/main" id="{672B2D0B-68CB-0AC4-B339-3C0E9C4658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1239" y="1547707"/>
            <a:ext cx="3666392" cy="3666392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073091F1-AA5A-47C6-9502-D5870A72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3418" y="2320171"/>
            <a:ext cx="867485" cy="115439"/>
            <a:chOff x="8910933" y="1861308"/>
            <a:chExt cx="867485" cy="11543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085C4F7-6E91-4DF6-BB01-A46132BC3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5476588-B9AD-4662-A085-8E4D91493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CDB34B3-D348-476E-BE7F-1139370F4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96756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22176A-41DB-4D9A-9B6F-F2296F1ED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4A8DF5-445E-49C5-B10A-8DF5FEFBC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4E38D9-EFB8-40B5-B42B-514FBF180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0B0ADF-8526-A564-7FBA-4A9475772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1" y="963919"/>
            <a:ext cx="10134600" cy="1036994"/>
          </a:xfrm>
        </p:spPr>
        <p:txBody>
          <a:bodyPr anchor="b">
            <a:normAutofit/>
          </a:bodyPr>
          <a:lstStyle/>
          <a:p>
            <a:pPr algn="ctr"/>
            <a:r>
              <a:rPr lang="en-IN" dirty="0" err="1"/>
              <a:t>SQuAD</a:t>
            </a:r>
            <a:r>
              <a:rPr lang="en-IN" dirty="0"/>
              <a:t> Dataset Characteristics</a:t>
            </a:r>
            <a:endParaRPr lang="en-IN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87FFE71-34DC-4C53-AE0F-6B141D081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7" y="2169459"/>
            <a:ext cx="867485" cy="115439"/>
            <a:chOff x="8910933" y="1861308"/>
            <a:chExt cx="867485" cy="11543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7DF92F1-0E20-46AC-BB8F-F66926B40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FA14CB4-8459-4D23-B4FF-8F9868E3FC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0C763F-37C4-4E00-AEB2-8867F4AA25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D0231F-EF63-9A9C-5B3A-191A436F1E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0234756"/>
              </p:ext>
            </p:extLst>
          </p:nvPr>
        </p:nvGraphicFramePr>
        <p:xfrm>
          <a:off x="1028700" y="2749258"/>
          <a:ext cx="10134600" cy="3338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1676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22176A-41DB-4D9A-9B6F-F2296F1ED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4A8DF5-445E-49C5-B10A-8DF5FEFBC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4E38D9-EFB8-40B5-B42B-514FBF180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738AA-1748-F192-45EA-1107750E7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1" y="963919"/>
            <a:ext cx="10134600" cy="1036994"/>
          </a:xfrm>
        </p:spPr>
        <p:txBody>
          <a:bodyPr anchor="b">
            <a:normAutofit/>
          </a:bodyPr>
          <a:lstStyle/>
          <a:p>
            <a:pPr algn="ctr"/>
            <a:r>
              <a:rPr lang="en-IN"/>
              <a:t>Methodology for Analysis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87FFE71-34DC-4C53-AE0F-6B141D081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7" y="2169459"/>
            <a:ext cx="867485" cy="115439"/>
            <a:chOff x="8910933" y="1861308"/>
            <a:chExt cx="867485" cy="11543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7DF92F1-0E20-46AC-BB8F-F66926B40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FA14CB4-8459-4D23-B4FF-8F9868E3FC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0C763F-37C4-4E00-AEB2-8867F4AA25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D937B4-B1EE-3EFA-3693-3775BB85F8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1885128"/>
              </p:ext>
            </p:extLst>
          </p:nvPr>
        </p:nvGraphicFramePr>
        <p:xfrm>
          <a:off x="1028700" y="2749258"/>
          <a:ext cx="10134600" cy="3338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968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58E38A4-F699-490C-8D1F-E8AD332D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39C6AAB-48AC-41A3-95C2-6BF83715D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620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EE861B-7D2F-4B7C-A6E3-5937E81B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081" y="159026"/>
            <a:ext cx="7313839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3251E2-A7DB-241A-22DA-9F9B04D67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426" y="723901"/>
            <a:ext cx="5465148" cy="1288884"/>
          </a:xfrm>
        </p:spPr>
        <p:txBody>
          <a:bodyPr anchor="b">
            <a:normAutofit/>
          </a:bodyPr>
          <a:lstStyle/>
          <a:p>
            <a:pPr algn="ctr"/>
            <a:r>
              <a:rPr lang="en-US"/>
              <a:t>Insights from Exploratory Data Analysis</a:t>
            </a:r>
            <a:endParaRPr lang="en-IN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C5E7C30B-4F54-BFD2-EE45-B23D0EC5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426" y="2732545"/>
            <a:ext cx="5465149" cy="3232826"/>
          </a:xfrm>
        </p:spPr>
        <p:txBody>
          <a:bodyPr anchor="t">
            <a:normAutofit/>
          </a:bodyPr>
          <a:lstStyle/>
          <a:p>
            <a:pPr marL="342900" indent="-342900" 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/>
              <a:t>Question Types: Distribution of question categories</a:t>
            </a:r>
          </a:p>
          <a:p>
            <a:pPr marL="342900" indent="-342900" algn="ctr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 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/>
              <a:t>Answer Lengths: Analysis of answer lengths and their implications</a:t>
            </a:r>
          </a:p>
          <a:p>
            <a:pPr marL="342900" indent="-342900" algn="ctr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 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/>
              <a:t>Context Lengths: Impact of context size on question complexity</a:t>
            </a:r>
          </a:p>
          <a:p>
            <a:pPr marL="342900" indent="-342900" algn="ctr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/>
          </a:p>
        </p:txBody>
      </p:sp>
      <p:pic>
        <p:nvPicPr>
          <p:cNvPr id="24" name="Picture 23" descr="Magnifying glass and question mark">
            <a:extLst>
              <a:ext uri="{FF2B5EF4-FFF2-40B4-BE49-F238E27FC236}">
                <a16:creationId xmlns:a16="http://schemas.microsoft.com/office/drawing/2014/main" id="{3CC217C5-6DF5-F3C3-ECA5-935867603E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33074" r="29426"/>
          <a:stretch/>
        </p:blipFill>
        <p:spPr>
          <a:xfrm>
            <a:off x="7620000" y="10"/>
            <a:ext cx="4572000" cy="685799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073091F1-AA5A-47C6-9502-D5870A72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76258" y="2320171"/>
            <a:ext cx="867485" cy="115439"/>
            <a:chOff x="8910933" y="1861308"/>
            <a:chExt cx="867485" cy="11543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085C4F7-6E91-4DF6-BB01-A46132BC3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5476588-B9AD-4662-A085-8E4D91493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CDB34B3-D348-476E-BE7F-1139370F4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92895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A0104-CC35-0A8D-C078-0CA97D6F2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Clustering Similar Questions</a:t>
            </a:r>
            <a:endParaRPr lang="en-IN" dirty="0"/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65E1AB3F-3B8E-F48C-79ED-503FE9903CA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8700" y="2161903"/>
          <a:ext cx="10134600" cy="39693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2713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22176A-41DB-4D9A-9B6F-F2296F1ED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4A8DF5-445E-49C5-B10A-8DF5FEFBC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4E38D9-EFB8-40B5-B42B-514FBF180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1269F8-7C4E-CD77-B791-E9A7A22C9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1" y="963919"/>
            <a:ext cx="10134600" cy="1036994"/>
          </a:xfrm>
        </p:spPr>
        <p:txBody>
          <a:bodyPr anchor="b">
            <a:normAutofit/>
          </a:bodyPr>
          <a:lstStyle/>
          <a:p>
            <a:pPr algn="ctr"/>
            <a:r>
              <a:rPr lang="en-US"/>
              <a:t>Attribute Details Post Dimension Reduction</a:t>
            </a:r>
            <a:endParaRPr lang="en-IN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87FFE71-34DC-4C53-AE0F-6B141D081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7" y="2169459"/>
            <a:ext cx="867485" cy="115439"/>
            <a:chOff x="8910933" y="1861308"/>
            <a:chExt cx="867485" cy="11543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7DF92F1-0E20-46AC-BB8F-F66926B40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FA14CB4-8459-4D23-B4FF-8F9868E3FC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0C763F-37C4-4E00-AEB2-8867F4AA25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3F3BD4-E7CA-B28F-2F6B-D5B8713CED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8786302"/>
              </p:ext>
            </p:extLst>
          </p:nvPr>
        </p:nvGraphicFramePr>
        <p:xfrm>
          <a:off x="1028700" y="2749258"/>
          <a:ext cx="10134600" cy="3338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3304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B2DCB-79D5-CCE6-DE60-60DB100E7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Clusters and Difficulty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89D2A7-5CD3-E5C3-E034-C790D1760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832" y="2269063"/>
            <a:ext cx="7078336" cy="412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06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58E38A4-F699-490C-8D1F-E8AD332D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9C6AAB-48AC-41A3-95C2-6BF83715D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EE861B-7D2F-4B7C-A6E3-5937E81B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081" y="159026"/>
            <a:ext cx="11886519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4598F3-7692-1337-F606-4E6D608B2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1"/>
            <a:ext cx="5836920" cy="1288884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Approach to Predicting Unanswerable Questions</a:t>
            </a:r>
            <a:endParaRPr lang="en-IN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2A63059-EDAE-CD9B-3729-8D8533F3E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6529" y="2732545"/>
            <a:ext cx="5384169" cy="3232826"/>
          </a:xfrm>
        </p:spPr>
        <p:txBody>
          <a:bodyPr anchor="t">
            <a:normAutofit/>
          </a:bodyPr>
          <a:lstStyle/>
          <a:p>
            <a:pPr marL="342900" indent="-342900" 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/>
              <a:t>Model Selection: Choosing a suitable pre-trained model</a:t>
            </a:r>
          </a:p>
          <a:p>
            <a:pPr marL="342900" indent="-342900" algn="ctr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 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/>
              <a:t>Fine-Tuning: Adjusting the model for unanswerable questions</a:t>
            </a:r>
          </a:p>
          <a:p>
            <a:pPr marL="342900" indent="-342900" algn="ctr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 algn="ctr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/>
              <a:t>Evaluation Metrics: Assessing model performance</a:t>
            </a:r>
          </a:p>
        </p:txBody>
      </p:sp>
      <p:pic>
        <p:nvPicPr>
          <p:cNvPr id="7" name="Graphic 6" descr="Statistics">
            <a:extLst>
              <a:ext uri="{FF2B5EF4-FFF2-40B4-BE49-F238E27FC236}">
                <a16:creationId xmlns:a16="http://schemas.microsoft.com/office/drawing/2014/main" id="{9899D5C8-5745-734F-2AC7-BDDBCA55536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1239" y="1547707"/>
            <a:ext cx="3666392" cy="3666392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073091F1-AA5A-47C6-9502-D5870A72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3418" y="2320171"/>
            <a:ext cx="867485" cy="115439"/>
            <a:chOff x="8910933" y="1861308"/>
            <a:chExt cx="867485" cy="11543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085C4F7-6E91-4DF6-BB01-A46132BC3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5476588-B9AD-4662-A085-8E4D91493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CDB34B3-D348-476E-BE7F-1139370F4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57175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FAC9656C-AED6-412E-9226-B7F196400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5BC820D-D527-47CE-ABB0-DA0BB5B04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1DD315B-AEF9-490C-9438-C80F80405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" y="159026"/>
            <a:ext cx="11891037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CEB192-88FD-4085-7A71-EF4E43741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028700"/>
            <a:ext cx="4038600" cy="4800600"/>
          </a:xfrm>
        </p:spPr>
        <p:txBody>
          <a:bodyPr anchor="ctr">
            <a:normAutofit/>
          </a:bodyPr>
          <a:lstStyle/>
          <a:p>
            <a:pPr algn="ctr"/>
            <a:r>
              <a:rPr lang="en-US"/>
              <a:t>Change Log</a:t>
            </a:r>
            <a:endParaRPr lang="en-IN"/>
          </a:p>
        </p:txBody>
      </p:sp>
      <p:graphicFrame>
        <p:nvGraphicFramePr>
          <p:cNvPr id="39" name="Content Placeholder 2">
            <a:extLst>
              <a:ext uri="{FF2B5EF4-FFF2-40B4-BE49-F238E27FC236}">
                <a16:creationId xmlns:a16="http://schemas.microsoft.com/office/drawing/2014/main" id="{F0C122B6-5955-7C9D-2069-030446ADE7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0999791"/>
              </p:ext>
            </p:extLst>
          </p:nvPr>
        </p:nvGraphicFramePr>
        <p:xfrm>
          <a:off x="6095999" y="868197"/>
          <a:ext cx="5343083" cy="51216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6789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7EF6F-6D93-AE58-B4AF-756A423E8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5" y="0"/>
            <a:ext cx="10134600" cy="1288489"/>
          </a:xfrm>
        </p:spPr>
        <p:txBody>
          <a:bodyPr/>
          <a:lstStyle/>
          <a:p>
            <a:r>
              <a:rPr lang="en-US" dirty="0"/>
              <a:t>Answer Length Distribution and stats.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D00140-BF6D-B2A6-D665-BD2BFBD6C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288489"/>
            <a:ext cx="9810750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917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81F8E-D51F-7FA0-ECB7-D22E5D46B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-295003"/>
            <a:ext cx="10134600" cy="1288489"/>
          </a:xfrm>
        </p:spPr>
        <p:txBody>
          <a:bodyPr/>
          <a:lstStyle/>
          <a:p>
            <a:r>
              <a:rPr lang="en-US" dirty="0"/>
              <a:t>Enhanced Distribution of Context Lengths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37B060-2515-7359-F66C-7612D4A89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196176"/>
            <a:ext cx="9313817" cy="538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886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9D3B3C7E-BC2D-4436-8B03-AC421FA66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9B5D0C1-066E-4C02-A6B8-59FAE4A19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4386904-AFDC-449E-8D1B-906B305EB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70778F2-11E8-428C-8324-479CA9D6FE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0BE89E-CB2D-48BA-A8D2-533FAAAA72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DD8EACB7-D372-470B-B76E-A829D0031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5">
            <a:extLst>
              <a:ext uri="{FF2B5EF4-FFF2-40B4-BE49-F238E27FC236}">
                <a16:creationId xmlns:a16="http://schemas.microsoft.com/office/drawing/2014/main" id="{FBE11A49-02A1-4D4C-9A49-CDF496B109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3679" y="723900"/>
            <a:ext cx="4614421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E65D3A-C2BF-9940-F84D-253B85E5A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2119" y="1066800"/>
            <a:ext cx="3931320" cy="22671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 kern="1200" cap="all" spc="390" baseline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Proportion of Answerable vs Unanswerable Questions</a:t>
            </a:r>
          </a:p>
        </p:txBody>
      </p:sp>
      <p:pic>
        <p:nvPicPr>
          <p:cNvPr id="5" name="Picture 4" descr="A green and orange pie chart&#10;&#10;AI-generated content may be incorrect.">
            <a:extLst>
              <a:ext uri="{FF2B5EF4-FFF2-40B4-BE49-F238E27FC236}">
                <a16:creationId xmlns:a16="http://schemas.microsoft.com/office/drawing/2014/main" id="{313251EF-D321-5E69-ED62-F50DB6F9C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92" y="723900"/>
            <a:ext cx="5388516" cy="5429236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F1732D3A-CFF0-45BE-AD79-F83D0272C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44037" y="3871114"/>
            <a:ext cx="867485" cy="115439"/>
            <a:chOff x="8910933" y="1861308"/>
            <a:chExt cx="867485" cy="11543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892F72C-7FB6-49C8-A402-D5DC42DB67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C92C2E1-605F-49BD-8AC8-DC52B3015E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8BE2E0F-EE6D-4748-AB8F-724D0DDC6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5805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D35D5-E770-79F0-44E6-3570576F2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336884"/>
            <a:ext cx="10134600" cy="552557"/>
          </a:xfrm>
        </p:spPr>
        <p:txBody>
          <a:bodyPr>
            <a:normAutofit fontScale="90000"/>
          </a:bodyPr>
          <a:lstStyle/>
          <a:p>
            <a:r>
              <a:rPr lang="en-US" dirty="0"/>
              <a:t>Distribution of Answer Categories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646FFE-9222-6585-7C7D-9055676B5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7600" cy="558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513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95567-19B4-54AA-5CFB-71221B18F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386308"/>
            <a:ext cx="10134600" cy="680894"/>
          </a:xfrm>
        </p:spPr>
        <p:txBody>
          <a:bodyPr/>
          <a:lstStyle/>
          <a:p>
            <a:r>
              <a:rPr lang="en-US" dirty="0"/>
              <a:t>Analyzing Difficulty with Regression Line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126D3F-B322-75EB-04AD-17D5FBC2E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67202"/>
            <a:ext cx="11277600" cy="561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259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3A6B9-64F2-7C6A-52C5-53D019665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-156756"/>
            <a:ext cx="10134600" cy="1288489"/>
          </a:xfrm>
        </p:spPr>
        <p:txBody>
          <a:bodyPr>
            <a:normAutofit fontScale="90000"/>
          </a:bodyPr>
          <a:lstStyle/>
          <a:p>
            <a:r>
              <a:rPr lang="en-US" dirty="0"/>
              <a:t>Dimension Reduction using </a:t>
            </a:r>
            <a:r>
              <a:rPr lang="en-US" dirty="0" err="1"/>
              <a:t>TruncatedSVD</a:t>
            </a:r>
            <a:r>
              <a:rPr lang="en-US" dirty="0"/>
              <a:t> and UMAP</a:t>
            </a:r>
            <a:br>
              <a:rPr lang="en-US" dirty="0"/>
            </a:br>
            <a:r>
              <a:rPr lang="en-US" dirty="0"/>
              <a:t>and Enhanced Clustering on the sample pulled from the OG dataset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2343F0-BDCD-C5D4-0DE4-3083D3C4B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722" y="1131733"/>
            <a:ext cx="7212012" cy="550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961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D3B3C7E-BC2D-4436-8B03-AC421FA66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9B5D0C1-066E-4C02-A6B8-59FAE4A19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4386904-AFDC-449E-8D1B-906B305EB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70778F2-11E8-428C-8324-479CA9D6FE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0BE89E-CB2D-48BA-A8D2-533FAAAA72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D8EACB7-D372-470B-B76E-A829D0031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C7EA4B13-46D3-41EE-95DA-7B2100DE9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8700" y="1028700"/>
            <a:ext cx="4038600" cy="484107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CEEEBE1-DC7B-4168-90C6-DB88876E3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614258" y="4550150"/>
            <a:ext cx="867485" cy="115439"/>
            <a:chOff x="8910933" y="1861308"/>
            <a:chExt cx="867485" cy="11543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3418E74-781F-419C-8C63-91C14AF8D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B0F0D1C-98D5-4C46-961A-0E36168C31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3E9C99B-47BB-461B-AEDE-0B227C5B2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59C0C8A-C62B-87E0-3425-3AA636455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924" y="1398850"/>
            <a:ext cx="3282152" cy="20301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200" kern="1200" cap="all" spc="390" baseline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Distribution of Lengths of Unanswerable Questions</a:t>
            </a:r>
          </a:p>
        </p:txBody>
      </p:sp>
      <p:pic>
        <p:nvPicPr>
          <p:cNvPr id="5" name="Picture 4" descr="A graph of a number of questions&#10;&#10;AI-generated content may be incorrect.">
            <a:extLst>
              <a:ext uri="{FF2B5EF4-FFF2-40B4-BE49-F238E27FC236}">
                <a16:creationId xmlns:a16="http://schemas.microsoft.com/office/drawing/2014/main" id="{F6F4F30C-3A95-3B32-64A8-628422A95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94599"/>
            <a:ext cx="5558790" cy="366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499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FAC9656C-AED6-412E-9226-B7F196400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5BC820D-D527-47CE-ABB0-DA0BB5B04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1DD315B-AEF9-490C-9438-C80F80405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" y="159026"/>
            <a:ext cx="11891037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8E2BC4-8088-DA87-19BE-5C342309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028700"/>
            <a:ext cx="4038600" cy="4800600"/>
          </a:xfrm>
        </p:spPr>
        <p:txBody>
          <a:bodyPr anchor="ctr">
            <a:normAutofit/>
          </a:bodyPr>
          <a:lstStyle/>
          <a:p>
            <a:pPr algn="ctr"/>
            <a:r>
              <a:rPr lang="en-US"/>
              <a:t>Precision Check</a:t>
            </a:r>
            <a:endParaRPr lang="en-IN"/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C5C851B5-4501-DBBF-D459-96A3104B66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9055009"/>
              </p:ext>
            </p:extLst>
          </p:nvPr>
        </p:nvGraphicFramePr>
        <p:xfrm>
          <a:off x="6095999" y="868197"/>
          <a:ext cx="5343083" cy="51216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848538"/>
      </p:ext>
    </p:extLst>
  </p:cSld>
  <p:clrMapOvr>
    <a:masterClrMapping/>
  </p:clrMapOvr>
</p:sld>
</file>

<file path=ppt/theme/theme1.xml><?xml version="1.0" encoding="utf-8"?>
<a:theme xmlns:a="http://schemas.openxmlformats.org/drawingml/2006/main" name="AdornVTI">
  <a:themeElements>
    <a:clrScheme name="GC1">
      <a:dk1>
        <a:sysClr val="windowText" lastClr="000000"/>
      </a:dk1>
      <a:lt1>
        <a:sysClr val="window" lastClr="FFFFFF"/>
      </a:lt1>
      <a:dk2>
        <a:srgbClr val="2C2830"/>
      </a:dk2>
      <a:lt2>
        <a:srgbClr val="E0DCE1"/>
      </a:lt2>
      <a:accent1>
        <a:srgbClr val="908193"/>
      </a:accent1>
      <a:accent2>
        <a:srgbClr val="A08889"/>
      </a:accent2>
      <a:accent3>
        <a:srgbClr val="B48C7E"/>
      </a:accent3>
      <a:accent4>
        <a:srgbClr val="809C9B"/>
      </a:accent4>
      <a:accent5>
        <a:srgbClr val="899F91"/>
      </a:accent5>
      <a:accent6>
        <a:srgbClr val="728274"/>
      </a:accent6>
      <a:hlink>
        <a:srgbClr val="837585"/>
      </a:hlink>
      <a:folHlink>
        <a:srgbClr val="677E83"/>
      </a:folHlink>
    </a:clrScheme>
    <a:fontScheme name="Bembo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ornVTI" id="{497E3FA9-5A27-4D12-9D04-917BEF3D1303}" vid="{34192A01-61CA-4566-9818-841C607496F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2586</TotalTime>
  <Words>385</Words>
  <Application>Microsoft Office PowerPoint</Application>
  <PresentationFormat>Widescreen</PresentationFormat>
  <Paragraphs>74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Bembo</vt:lpstr>
      <vt:lpstr>fkGroteskNeue</vt:lpstr>
      <vt:lpstr>AdornVTI</vt:lpstr>
      <vt:lpstr>Analysis of SQuAD Dataset</vt:lpstr>
      <vt:lpstr>Understanding Question Answering Challenges</vt:lpstr>
      <vt:lpstr>SQuAD Dataset Characteristics</vt:lpstr>
      <vt:lpstr>Methodology for Analysis</vt:lpstr>
      <vt:lpstr>Insights from Exploratory Data Analysis</vt:lpstr>
      <vt:lpstr>Clustering Similar Questions</vt:lpstr>
      <vt:lpstr>Attribute Details Post Dimension Reduction</vt:lpstr>
      <vt:lpstr>Visualizing Clusters and Difficulty</vt:lpstr>
      <vt:lpstr>Approach to Predicting Unanswerable Questions</vt:lpstr>
      <vt:lpstr>Change Log</vt:lpstr>
      <vt:lpstr>Answer Length Distribution and stats.</vt:lpstr>
      <vt:lpstr>Enhanced Distribution of Context Lengths</vt:lpstr>
      <vt:lpstr>Proportion of Answerable vs Unanswerable Questions</vt:lpstr>
      <vt:lpstr>Distribution of Answer Categories</vt:lpstr>
      <vt:lpstr>Analyzing Difficulty with Regression Line</vt:lpstr>
      <vt:lpstr>Dimension Reduction using TruncatedSVD and UMAP and Enhanced Clustering on the sample pulled from the OG dataset</vt:lpstr>
      <vt:lpstr>Distribution of Lengths of Unanswerable Questions</vt:lpstr>
      <vt:lpstr>Precision Check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Dinesh Kumar Majhi</dc:creator>
  <cp:lastModifiedBy>muwahid altaf</cp:lastModifiedBy>
  <cp:revision>2</cp:revision>
  <dcterms:created xsi:type="dcterms:W3CDTF">2025-03-05T13:52:29Z</dcterms:created>
  <dcterms:modified xsi:type="dcterms:W3CDTF">2025-04-04T18:56:57Z</dcterms:modified>
</cp:coreProperties>
</file>